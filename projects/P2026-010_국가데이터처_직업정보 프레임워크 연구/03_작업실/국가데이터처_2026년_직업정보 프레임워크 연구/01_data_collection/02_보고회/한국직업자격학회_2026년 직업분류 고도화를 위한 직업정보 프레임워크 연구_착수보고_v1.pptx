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332" r:id="rId2"/>
    <p:sldId id="330" r:id="rId3"/>
    <p:sldId id="366" r:id="rId4"/>
    <p:sldId id="415" r:id="rId5"/>
    <p:sldId id="436" r:id="rId6"/>
    <p:sldId id="435" r:id="rId7"/>
    <p:sldId id="367" r:id="rId8"/>
    <p:sldId id="441" r:id="rId9"/>
    <p:sldId id="418" r:id="rId10"/>
    <p:sldId id="440" r:id="rId11"/>
    <p:sldId id="454" r:id="rId12"/>
    <p:sldId id="439" r:id="rId13"/>
    <p:sldId id="442" r:id="rId14"/>
    <p:sldId id="446" r:id="rId15"/>
    <p:sldId id="447" r:id="rId16"/>
    <p:sldId id="448" r:id="rId17"/>
    <p:sldId id="450" r:id="rId18"/>
    <p:sldId id="451" r:id="rId19"/>
    <p:sldId id="452" r:id="rId20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F43E6359-0AAE-446E-B05D-8FA1BD355E2F}">
          <p14:sldIdLst>
            <p14:sldId id="332"/>
            <p14:sldId id="330"/>
          </p14:sldIdLst>
        </p14:section>
        <p14:section name="1. 사업 개요" id="{9215D373-039F-4EBB-9CB4-23427AC6B03B}">
          <p14:sldIdLst>
            <p14:sldId id="366"/>
            <p14:sldId id="415"/>
            <p14:sldId id="436"/>
            <p14:sldId id="435"/>
          </p14:sldIdLst>
        </p14:section>
        <p14:section name="2. 사업수행 부문" id="{DCD1AC7F-27D4-4B9D-AFE0-35C11C0C98E4}">
          <p14:sldIdLst>
            <p14:sldId id="367"/>
            <p14:sldId id="441"/>
            <p14:sldId id="418"/>
            <p14:sldId id="440"/>
            <p14:sldId id="454"/>
            <p14:sldId id="439"/>
            <p14:sldId id="442"/>
            <p14:sldId id="446"/>
            <p14:sldId id="447"/>
            <p14:sldId id="448"/>
            <p14:sldId id="450"/>
            <p14:sldId id="451"/>
            <p14:sldId id="4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913" userDrawn="1">
          <p15:clr>
            <a:srgbClr val="A4A3A4"/>
          </p15:clr>
        </p15:guide>
        <p15:guide id="3" orient="horz" pos="1253" userDrawn="1">
          <p15:clr>
            <a:srgbClr val="A4A3A4"/>
          </p15:clr>
        </p15:guide>
        <p15:guide id="5" pos="149" userDrawn="1">
          <p15:clr>
            <a:srgbClr val="A4A3A4"/>
          </p15:clr>
        </p15:guide>
        <p15:guide id="6" orient="horz" pos="550" userDrawn="1">
          <p15:clr>
            <a:srgbClr val="A4A3A4"/>
          </p15:clr>
        </p15:guide>
        <p15:guide id="7" orient="horz" pos="459" userDrawn="1">
          <p15:clr>
            <a:srgbClr val="A4A3A4"/>
          </p15:clr>
        </p15:guide>
        <p15:guide id="8" orient="horz" pos="4065" userDrawn="1">
          <p15:clr>
            <a:srgbClr val="A4A3A4"/>
          </p15:clr>
        </p15:guide>
        <p15:guide id="9" pos="6068" userDrawn="1">
          <p15:clr>
            <a:srgbClr val="A4A3A4"/>
          </p15:clr>
        </p15:guide>
        <p15:guide id="10" orient="horz" pos="1434" userDrawn="1">
          <p15:clr>
            <a:srgbClr val="A4A3A4"/>
          </p15:clr>
        </p15:guide>
        <p15:guide id="11" pos="3052" userDrawn="1">
          <p15:clr>
            <a:srgbClr val="A4A3A4"/>
          </p15:clr>
        </p15:guide>
        <p15:guide id="12" pos="3188" userDrawn="1">
          <p15:clr>
            <a:srgbClr val="A4A3A4"/>
          </p15:clr>
        </p15:guide>
        <p15:guide id="13" orient="horz" pos="2001" userDrawn="1">
          <p15:clr>
            <a:srgbClr val="A4A3A4"/>
          </p15:clr>
        </p15:guide>
        <p15:guide id="14" orient="horz" pos="142" userDrawn="1">
          <p15:clr>
            <a:srgbClr val="A4A3A4"/>
          </p15:clr>
        </p15:guide>
        <p15:guide id="15" orient="horz" pos="1548" userDrawn="1">
          <p15:clr>
            <a:srgbClr val="A4A3A4"/>
          </p15:clr>
        </p15:guide>
        <p15:guide id="16" orient="horz" pos="1820" userDrawn="1">
          <p15:clr>
            <a:srgbClr val="A4A3A4"/>
          </p15:clr>
        </p15:guide>
        <p15:guide id="17" orient="horz" pos="14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5F9A"/>
    <a:srgbClr val="71AAE0"/>
    <a:srgbClr val="9A0000"/>
    <a:srgbClr val="FADADF"/>
    <a:srgbClr val="00479D"/>
    <a:srgbClr val="0000FF"/>
    <a:srgbClr val="DCEAF7"/>
    <a:srgbClr val="0000CC"/>
    <a:srgbClr val="F2F2F2"/>
    <a:srgbClr val="3057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739877-B578-4180-B89A-70864452252C}" v="497" dt="2026-05-05T11:19:57.8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0" autoAdjust="0"/>
    <p:restoredTop sz="94715" autoAdjust="0"/>
  </p:normalViewPr>
  <p:slideViewPr>
    <p:cSldViewPr snapToGrid="0" showGuides="1">
      <p:cViewPr>
        <p:scale>
          <a:sx n="100" d="100"/>
          <a:sy n="100" d="100"/>
        </p:scale>
        <p:origin x="2688" y="1314"/>
      </p:cViewPr>
      <p:guideLst>
        <p:guide orient="horz" pos="913"/>
        <p:guide orient="horz" pos="1253"/>
        <p:guide pos="149"/>
        <p:guide orient="horz" pos="550"/>
        <p:guide orient="horz" pos="459"/>
        <p:guide orient="horz" pos="4065"/>
        <p:guide pos="6068"/>
        <p:guide orient="horz" pos="1434"/>
        <p:guide pos="3052"/>
        <p:guide pos="3188"/>
        <p:guide orient="horz" pos="2001"/>
        <p:guide orient="horz" pos="142"/>
        <p:guide orient="horz" pos="1548"/>
        <p:guide orient="horz" pos="1820"/>
        <p:guide orient="horz" pos="14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09" d="100"/>
          <a:sy n="109" d="100"/>
        </p:scale>
        <p:origin x="523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석주 이" userId="b6553f64e91d015d" providerId="LiveId" clId="{7E74A06A-B2AA-4EEC-A19D-AA52293F645A}"/>
    <pc:docChg chg="undo redo custSel addSld delSld modSld sldOrd delSection modSection">
      <pc:chgData name="석주 이" userId="b6553f64e91d015d" providerId="LiveId" clId="{7E74A06A-B2AA-4EEC-A19D-AA52293F645A}" dt="2026-05-05T11:20:17.936" v="27546" actId="20577"/>
      <pc:docMkLst>
        <pc:docMk/>
      </pc:docMkLst>
      <pc:sldChg chg="addSp delSp modSp mod">
        <pc:chgData name="석주 이" userId="b6553f64e91d015d" providerId="LiveId" clId="{7E74A06A-B2AA-4EEC-A19D-AA52293F645A}" dt="2026-05-05T11:17:09.745" v="27194" actId="20577"/>
        <pc:sldMkLst>
          <pc:docMk/>
          <pc:sldMk cId="3984826800" sldId="330"/>
        </pc:sldMkLst>
        <pc:spChg chg="add del mod">
          <ac:chgData name="석주 이" userId="b6553f64e91d015d" providerId="LiveId" clId="{7E74A06A-B2AA-4EEC-A19D-AA52293F645A}" dt="2026-05-05T11:04:46.695" v="25825" actId="478"/>
          <ac:spMkLst>
            <pc:docMk/>
            <pc:sldMk cId="3984826800" sldId="330"/>
            <ac:spMk id="3" creationId="{65E0426F-481B-D7C0-8A30-1EFEDED9A065}"/>
          </ac:spMkLst>
        </pc:spChg>
        <pc:spChg chg="mod">
          <ac:chgData name="석주 이" userId="b6553f64e91d015d" providerId="LiveId" clId="{7E74A06A-B2AA-4EEC-A19D-AA52293F645A}" dt="2026-05-05T11:04:24.124" v="25824" actId="207"/>
          <ac:spMkLst>
            <pc:docMk/>
            <pc:sldMk cId="3984826800" sldId="330"/>
            <ac:spMk id="11" creationId="{20A55359-F61A-BBA7-FB34-5109BD26511E}"/>
          </ac:spMkLst>
        </pc:spChg>
        <pc:spChg chg="mod">
          <ac:chgData name="석주 이" userId="b6553f64e91d015d" providerId="LiveId" clId="{7E74A06A-B2AA-4EEC-A19D-AA52293F645A}" dt="2026-05-05T11:03:45.598" v="25615" actId="20577"/>
          <ac:spMkLst>
            <pc:docMk/>
            <pc:sldMk cId="3984826800" sldId="330"/>
            <ac:spMk id="12" creationId="{1D30B3C3-8D3E-4E64-8A6A-D3CC1E1505AB}"/>
          </ac:spMkLst>
        </pc:spChg>
        <pc:spChg chg="mod">
          <ac:chgData name="석주 이" userId="b6553f64e91d015d" providerId="LiveId" clId="{7E74A06A-B2AA-4EEC-A19D-AA52293F645A}" dt="2026-05-05T11:17:09.745" v="27194" actId="20577"/>
          <ac:spMkLst>
            <pc:docMk/>
            <pc:sldMk cId="3984826800" sldId="330"/>
            <ac:spMk id="14" creationId="{73CD58B5-46FA-596C-B652-D992E1D9C589}"/>
          </ac:spMkLst>
        </pc:spChg>
        <pc:spChg chg="mod">
          <ac:chgData name="석주 이" userId="b6553f64e91d015d" providerId="LiveId" clId="{7E74A06A-B2AA-4EEC-A19D-AA52293F645A}" dt="2026-05-05T11:04:21.583" v="25823" actId="207"/>
          <ac:spMkLst>
            <pc:docMk/>
            <pc:sldMk cId="3984826800" sldId="330"/>
            <ac:spMk id="16" creationId="{8952A161-FBBD-9111-E50C-F1E69E5954E4}"/>
          </ac:spMkLst>
        </pc:spChg>
        <pc:grpChg chg="mod">
          <ac:chgData name="석주 이" userId="b6553f64e91d015d" providerId="LiveId" clId="{7E74A06A-B2AA-4EEC-A19D-AA52293F645A}" dt="2026-05-05T11:03:15.822" v="25555" actId="1076"/>
          <ac:grpSpMkLst>
            <pc:docMk/>
            <pc:sldMk cId="3984826800" sldId="330"/>
            <ac:grpSpMk id="6" creationId="{1ED710DB-F230-7A9D-1024-9F9AE8F65E13}"/>
          </ac:grpSpMkLst>
        </pc:grpChg>
        <pc:grpChg chg="mod">
          <ac:chgData name="석주 이" userId="b6553f64e91d015d" providerId="LiveId" clId="{7E74A06A-B2AA-4EEC-A19D-AA52293F645A}" dt="2026-05-05T11:03:15.822" v="25555" actId="1076"/>
          <ac:grpSpMkLst>
            <pc:docMk/>
            <pc:sldMk cId="3984826800" sldId="330"/>
            <ac:grpSpMk id="24" creationId="{BEDEAF87-5C57-1925-8D78-1639D83C5D51}"/>
          </ac:grpSpMkLst>
        </pc:grpChg>
        <pc:grpChg chg="del">
          <ac:chgData name="석주 이" userId="b6553f64e91d015d" providerId="LiveId" clId="{7E74A06A-B2AA-4EEC-A19D-AA52293F645A}" dt="2026-05-05T10:14:12.995" v="23466" actId="478"/>
          <ac:grpSpMkLst>
            <pc:docMk/>
            <pc:sldMk cId="3984826800" sldId="330"/>
            <ac:grpSpMk id="25" creationId="{E21910D6-AA28-F63F-F087-47BB7980B393}"/>
          </ac:grpSpMkLst>
        </pc:grpChg>
      </pc:sldChg>
      <pc:sldChg chg="modSp mod">
        <pc:chgData name="석주 이" userId="b6553f64e91d015d" providerId="LiveId" clId="{7E74A06A-B2AA-4EEC-A19D-AA52293F645A}" dt="2026-05-04T09:00:01.307" v="18" actId="20577"/>
        <pc:sldMkLst>
          <pc:docMk/>
          <pc:sldMk cId="2992814890" sldId="332"/>
        </pc:sldMkLst>
        <pc:spChg chg="mod">
          <ac:chgData name="석주 이" userId="b6553f64e91d015d" providerId="LiveId" clId="{7E74A06A-B2AA-4EEC-A19D-AA52293F645A}" dt="2026-05-04T08:59:57.479" v="17" actId="20577"/>
          <ac:spMkLst>
            <pc:docMk/>
            <pc:sldMk cId="2992814890" sldId="332"/>
            <ac:spMk id="5" creationId="{962FA6CE-D8EF-D332-A7C8-87A2DD582A08}"/>
          </ac:spMkLst>
        </pc:spChg>
        <pc:spChg chg="mod">
          <ac:chgData name="석주 이" userId="b6553f64e91d015d" providerId="LiveId" clId="{7E74A06A-B2AA-4EEC-A19D-AA52293F645A}" dt="2026-05-04T09:00:01.307" v="18" actId="20577"/>
          <ac:spMkLst>
            <pc:docMk/>
            <pc:sldMk cId="2992814890" sldId="332"/>
            <ac:spMk id="10" creationId="{47CBB41E-DBCF-A3A1-E1F8-7B9D1485EC64}"/>
          </ac:spMkLst>
        </pc:spChg>
      </pc:sldChg>
      <pc:sldChg chg="modSp mod">
        <pc:chgData name="석주 이" userId="b6553f64e91d015d" providerId="LiveId" clId="{7E74A06A-B2AA-4EEC-A19D-AA52293F645A}" dt="2026-05-04T22:27:08.946" v="786" actId="20577"/>
        <pc:sldMkLst>
          <pc:docMk/>
          <pc:sldMk cId="479115089" sldId="366"/>
        </pc:sldMkLst>
        <pc:spChg chg="mod">
          <ac:chgData name="석주 이" userId="b6553f64e91d015d" providerId="LiveId" clId="{7E74A06A-B2AA-4EEC-A19D-AA52293F645A}" dt="2026-05-04T22:27:08.946" v="786" actId="20577"/>
          <ac:spMkLst>
            <pc:docMk/>
            <pc:sldMk cId="479115089" sldId="366"/>
            <ac:spMk id="24" creationId="{9B32A977-A3A4-A764-1381-1C0F290591A3}"/>
          </ac:spMkLst>
        </pc:spChg>
      </pc:sldChg>
      <pc:sldChg chg="addSp delSp modSp mod">
        <pc:chgData name="석주 이" userId="b6553f64e91d015d" providerId="LiveId" clId="{7E74A06A-B2AA-4EEC-A19D-AA52293F645A}" dt="2026-05-05T09:45:45.789" v="22243" actId="20577"/>
        <pc:sldMkLst>
          <pc:docMk/>
          <pc:sldMk cId="3245352174" sldId="367"/>
        </pc:sldMkLst>
        <pc:spChg chg="add del mod">
          <ac:chgData name="석주 이" userId="b6553f64e91d015d" providerId="LiveId" clId="{7E74A06A-B2AA-4EEC-A19D-AA52293F645A}" dt="2026-05-04T22:23:27.196" v="727" actId="478"/>
          <ac:spMkLst>
            <pc:docMk/>
            <pc:sldMk cId="3245352174" sldId="367"/>
            <ac:spMk id="3" creationId="{6A116934-7EFD-1342-3D24-A5379ADFD44E}"/>
          </ac:spMkLst>
        </pc:spChg>
        <pc:spChg chg="add del mod">
          <ac:chgData name="석주 이" userId="b6553f64e91d015d" providerId="LiveId" clId="{7E74A06A-B2AA-4EEC-A19D-AA52293F645A}" dt="2026-05-04T22:23:27.196" v="727" actId="478"/>
          <ac:spMkLst>
            <pc:docMk/>
            <pc:sldMk cId="3245352174" sldId="367"/>
            <ac:spMk id="4" creationId="{66A15A1C-2E67-0899-4EF5-314FA661120E}"/>
          </ac:spMkLst>
        </pc:spChg>
        <pc:spChg chg="add del mod">
          <ac:chgData name="석주 이" userId="b6553f64e91d015d" providerId="LiveId" clId="{7E74A06A-B2AA-4EEC-A19D-AA52293F645A}" dt="2026-05-04T22:23:27.196" v="727" actId="478"/>
          <ac:spMkLst>
            <pc:docMk/>
            <pc:sldMk cId="3245352174" sldId="367"/>
            <ac:spMk id="5" creationId="{94F4E6FD-9791-9EB9-3CC2-F192D4F65448}"/>
          </ac:spMkLst>
        </pc:spChg>
        <pc:spChg chg="add del mod">
          <ac:chgData name="석주 이" userId="b6553f64e91d015d" providerId="LiveId" clId="{7E74A06A-B2AA-4EEC-A19D-AA52293F645A}" dt="2026-05-04T22:23:27.196" v="727" actId="478"/>
          <ac:spMkLst>
            <pc:docMk/>
            <pc:sldMk cId="3245352174" sldId="367"/>
            <ac:spMk id="7" creationId="{5CAE7070-A3FC-5F2E-86C6-D682CE393311}"/>
          </ac:spMkLst>
        </pc:spChg>
        <pc:spChg chg="add del mod">
          <ac:chgData name="석주 이" userId="b6553f64e91d015d" providerId="LiveId" clId="{7E74A06A-B2AA-4EEC-A19D-AA52293F645A}" dt="2026-05-04T22:23:27.196" v="727" actId="478"/>
          <ac:spMkLst>
            <pc:docMk/>
            <pc:sldMk cId="3245352174" sldId="367"/>
            <ac:spMk id="8" creationId="{DAC2331D-13F9-F645-561F-CAD8F499AF5D}"/>
          </ac:spMkLst>
        </pc:spChg>
        <pc:spChg chg="mod">
          <ac:chgData name="석주 이" userId="b6553f64e91d015d" providerId="LiveId" clId="{7E74A06A-B2AA-4EEC-A19D-AA52293F645A}" dt="2026-05-04T22:20:45.332" v="629" actId="20577"/>
          <ac:spMkLst>
            <pc:docMk/>
            <pc:sldMk cId="3245352174" sldId="367"/>
            <ac:spMk id="21" creationId="{C42C26F6-2E3D-6CFE-993F-DC7AA43C0BFB}"/>
          </ac:spMkLst>
        </pc:spChg>
        <pc:spChg chg="mod">
          <ac:chgData name="석주 이" userId="b6553f64e91d015d" providerId="LiveId" clId="{7E74A06A-B2AA-4EEC-A19D-AA52293F645A}" dt="2026-05-05T09:45:45.789" v="22243" actId="20577"/>
          <ac:spMkLst>
            <pc:docMk/>
            <pc:sldMk cId="3245352174" sldId="367"/>
            <ac:spMk id="24" creationId="{52F01F62-2330-7B9F-999E-081C6808FAD7}"/>
          </ac:spMkLst>
        </pc:spChg>
      </pc:sldChg>
      <pc:sldChg chg="modSp del mod ord">
        <pc:chgData name="석주 이" userId="b6553f64e91d015d" providerId="LiveId" clId="{7E74A06A-B2AA-4EEC-A19D-AA52293F645A}" dt="2026-05-04T22:27:31.149" v="787" actId="47"/>
        <pc:sldMkLst>
          <pc:docMk/>
          <pc:sldMk cId="1990198942" sldId="371"/>
        </pc:sldMkLst>
        <pc:spChg chg="mod">
          <ac:chgData name="석주 이" userId="b6553f64e91d015d" providerId="LiveId" clId="{7E74A06A-B2AA-4EEC-A19D-AA52293F645A}" dt="2026-05-04T09:34:38.246" v="164" actId="20577"/>
          <ac:spMkLst>
            <pc:docMk/>
            <pc:sldMk cId="1990198942" sldId="371"/>
            <ac:spMk id="63" creationId="{523A59E6-26B1-B438-154E-AC1874E33ED2}"/>
          </ac:spMkLst>
        </pc:spChg>
      </pc:sldChg>
      <pc:sldChg chg="del">
        <pc:chgData name="석주 이" userId="b6553f64e91d015d" providerId="LiveId" clId="{7E74A06A-B2AA-4EEC-A19D-AA52293F645A}" dt="2026-05-05T10:12:59.801" v="23464" actId="47"/>
        <pc:sldMkLst>
          <pc:docMk/>
          <pc:sldMk cId="3084991205" sldId="408"/>
        </pc:sldMkLst>
      </pc:sldChg>
      <pc:sldChg chg="del">
        <pc:chgData name="석주 이" userId="b6553f64e91d015d" providerId="LiveId" clId="{7E74A06A-B2AA-4EEC-A19D-AA52293F645A}" dt="2026-05-05T10:12:59.801" v="23464" actId="47"/>
        <pc:sldMkLst>
          <pc:docMk/>
          <pc:sldMk cId="3949264830" sldId="409"/>
        </pc:sldMkLst>
      </pc:sldChg>
      <pc:sldChg chg="addSp delSp modSp mod setBg">
        <pc:chgData name="석주 이" userId="b6553f64e91d015d" providerId="LiveId" clId="{7E74A06A-B2AA-4EEC-A19D-AA52293F645A}" dt="2026-05-05T03:22:14.856" v="4934"/>
        <pc:sldMkLst>
          <pc:docMk/>
          <pc:sldMk cId="966724815" sldId="415"/>
        </pc:sldMkLst>
        <pc:spChg chg="add del mod">
          <ac:chgData name="석주 이" userId="b6553f64e91d015d" providerId="LiveId" clId="{7E74A06A-B2AA-4EEC-A19D-AA52293F645A}" dt="2026-05-04T22:38:39.785" v="880"/>
          <ac:spMkLst>
            <pc:docMk/>
            <pc:sldMk cId="966724815" sldId="415"/>
            <ac:spMk id="2" creationId="{879502C2-668F-9E33-AC73-15EC719060A4}"/>
          </ac:spMkLst>
        </pc:spChg>
        <pc:spChg chg="mod">
          <ac:chgData name="석주 이" userId="b6553f64e91d015d" providerId="LiveId" clId="{7E74A06A-B2AA-4EEC-A19D-AA52293F645A}" dt="2026-05-05T01:11:28.006" v="3384" actId="6559"/>
          <ac:spMkLst>
            <pc:docMk/>
            <pc:sldMk cId="966724815" sldId="415"/>
            <ac:spMk id="3" creationId="{9F547768-954C-A474-CCD3-7BD9091EBE64}"/>
          </ac:spMkLst>
        </pc:spChg>
        <pc:spChg chg="mod">
          <ac:chgData name="석주 이" userId="b6553f64e91d015d" providerId="LiveId" clId="{7E74A06A-B2AA-4EEC-A19D-AA52293F645A}" dt="2026-05-04T22:38:38.212" v="878" actId="6549"/>
          <ac:spMkLst>
            <pc:docMk/>
            <pc:sldMk cId="966724815" sldId="415"/>
            <ac:spMk id="8" creationId="{26A6C26D-1E72-D0BB-7A24-AC2E31F17821}"/>
          </ac:spMkLst>
        </pc:spChg>
        <pc:spChg chg="add mod">
          <ac:chgData name="석주 이" userId="b6553f64e91d015d" providerId="LiveId" clId="{7E74A06A-B2AA-4EEC-A19D-AA52293F645A}" dt="2026-05-04T23:18:09.894" v="1673"/>
          <ac:spMkLst>
            <pc:docMk/>
            <pc:sldMk cId="966724815" sldId="415"/>
            <ac:spMk id="9" creationId="{292A0EB0-416C-2825-882B-F3BB9E0DC77F}"/>
          </ac:spMkLst>
        </pc:spChg>
        <pc:spChg chg="mod">
          <ac:chgData name="석주 이" userId="b6553f64e91d015d" providerId="LiveId" clId="{7E74A06A-B2AA-4EEC-A19D-AA52293F645A}" dt="2026-05-04T22:38:45.547" v="881" actId="1076"/>
          <ac:spMkLst>
            <pc:docMk/>
            <pc:sldMk cId="966724815" sldId="415"/>
            <ac:spMk id="11" creationId="{9306DDD6-A4CD-B0CE-54A1-36CA5A2F05B4}"/>
          </ac:spMkLst>
        </pc:spChg>
        <pc:spChg chg="mod">
          <ac:chgData name="석주 이" userId="b6553f64e91d015d" providerId="LiveId" clId="{7E74A06A-B2AA-4EEC-A19D-AA52293F645A}" dt="2026-05-05T01:11:28.006" v="3384" actId="6559"/>
          <ac:spMkLst>
            <pc:docMk/>
            <pc:sldMk cId="966724815" sldId="415"/>
            <ac:spMk id="12" creationId="{D2FAC21B-7811-A33E-D8E0-59C973FC1E64}"/>
          </ac:spMkLst>
        </pc:spChg>
        <pc:spChg chg="mod">
          <ac:chgData name="석주 이" userId="b6553f64e91d015d" providerId="LiveId" clId="{7E74A06A-B2AA-4EEC-A19D-AA52293F645A}" dt="2026-05-05T00:41:05.498" v="2896" actId="113"/>
          <ac:spMkLst>
            <pc:docMk/>
            <pc:sldMk cId="966724815" sldId="415"/>
            <ac:spMk id="14" creationId="{5CDDD73B-C608-D1CC-49EC-6774AE9710C8}"/>
          </ac:spMkLst>
        </pc:spChg>
        <pc:spChg chg="add mod">
          <ac:chgData name="석주 이" userId="b6553f64e91d015d" providerId="LiveId" clId="{7E74A06A-B2AA-4EEC-A19D-AA52293F645A}" dt="2026-05-05T00:41:45.621" v="2939" actId="20577"/>
          <ac:spMkLst>
            <pc:docMk/>
            <pc:sldMk cId="966724815" sldId="415"/>
            <ac:spMk id="17" creationId="{4BFDEB4C-40DE-31DB-EC57-10298EE9C977}"/>
          </ac:spMkLst>
        </pc:spChg>
        <pc:spChg chg="del mod">
          <ac:chgData name="석주 이" userId="b6553f64e91d015d" providerId="LiveId" clId="{7E74A06A-B2AA-4EEC-A19D-AA52293F645A}" dt="2026-05-04T22:50:24.199" v="1109" actId="478"/>
          <ac:spMkLst>
            <pc:docMk/>
            <pc:sldMk cId="966724815" sldId="415"/>
            <ac:spMk id="18" creationId="{B5F38914-5EB6-6F1C-B3D0-5959444B05AC}"/>
          </ac:spMkLst>
        </pc:spChg>
        <pc:spChg chg="mod">
          <ac:chgData name="석주 이" userId="b6553f64e91d015d" providerId="LiveId" clId="{7E74A06A-B2AA-4EEC-A19D-AA52293F645A}" dt="2026-05-04T23:18:01.891" v="1671" actId="20577"/>
          <ac:spMkLst>
            <pc:docMk/>
            <pc:sldMk cId="966724815" sldId="415"/>
            <ac:spMk id="19" creationId="{2C231434-0316-1A8B-7647-6CB15A585330}"/>
          </ac:spMkLst>
        </pc:spChg>
        <pc:spChg chg="mod">
          <ac:chgData name="석주 이" userId="b6553f64e91d015d" providerId="LiveId" clId="{7E74A06A-B2AA-4EEC-A19D-AA52293F645A}" dt="2026-05-05T00:41:26.121" v="2923" actId="20577"/>
          <ac:spMkLst>
            <pc:docMk/>
            <pc:sldMk cId="966724815" sldId="415"/>
            <ac:spMk id="20" creationId="{BBA6597D-31BB-A0D3-5375-BD8FF7994978}"/>
          </ac:spMkLst>
        </pc:spChg>
        <pc:spChg chg="mod">
          <ac:chgData name="석주 이" userId="b6553f64e91d015d" providerId="LiveId" clId="{7E74A06A-B2AA-4EEC-A19D-AA52293F645A}" dt="2026-05-04T23:17:11.446" v="1587" actId="14100"/>
          <ac:spMkLst>
            <pc:docMk/>
            <pc:sldMk cId="966724815" sldId="415"/>
            <ac:spMk id="21" creationId="{BD3D9EC0-AF47-DB1D-F656-E8CA86D976E8}"/>
          </ac:spMkLst>
        </pc:spChg>
        <pc:spChg chg="del mod">
          <ac:chgData name="석주 이" userId="b6553f64e91d015d" providerId="LiveId" clId="{7E74A06A-B2AA-4EEC-A19D-AA52293F645A}" dt="2026-05-04T23:21:10.535" v="1843" actId="478"/>
          <ac:spMkLst>
            <pc:docMk/>
            <pc:sldMk cId="966724815" sldId="415"/>
            <ac:spMk id="22" creationId="{4ECC934C-A51C-E227-8EE5-C7B57BD3B8F4}"/>
          </ac:spMkLst>
        </pc:spChg>
        <pc:spChg chg="mod">
          <ac:chgData name="석주 이" userId="b6553f64e91d015d" providerId="LiveId" clId="{7E74A06A-B2AA-4EEC-A19D-AA52293F645A}" dt="2026-05-04T23:22:23.618" v="1915" actId="20577"/>
          <ac:spMkLst>
            <pc:docMk/>
            <pc:sldMk cId="966724815" sldId="415"/>
            <ac:spMk id="23" creationId="{ABA5ED1F-9C4C-DBFA-F662-2245C4388AC7}"/>
          </ac:spMkLst>
        </pc:spChg>
        <pc:spChg chg="mod">
          <ac:chgData name="석주 이" userId="b6553f64e91d015d" providerId="LiveId" clId="{7E74A06A-B2AA-4EEC-A19D-AA52293F645A}" dt="2026-05-04T23:19:12.562" v="1674" actId="1076"/>
          <ac:spMkLst>
            <pc:docMk/>
            <pc:sldMk cId="966724815" sldId="415"/>
            <ac:spMk id="39" creationId="{BF2B20E8-B503-87EB-C4F5-0E0E3FA5A240}"/>
          </ac:spMkLst>
        </pc:spChg>
        <pc:graphicFrameChg chg="add del mod modGraphic">
          <ac:chgData name="석주 이" userId="b6553f64e91d015d" providerId="LiveId" clId="{7E74A06A-B2AA-4EEC-A19D-AA52293F645A}" dt="2026-05-04T22:44:36.728" v="1074" actId="478"/>
          <ac:graphicFrameMkLst>
            <pc:docMk/>
            <pc:sldMk cId="966724815" sldId="415"/>
            <ac:graphicFrameMk id="4" creationId="{5282E467-255F-C4B6-0E06-7B00630E04B4}"/>
          </ac:graphicFrameMkLst>
        </pc:graphicFrameChg>
        <pc:graphicFrameChg chg="add del mod">
          <ac:chgData name="석주 이" userId="b6553f64e91d015d" providerId="LiveId" clId="{7E74A06A-B2AA-4EEC-A19D-AA52293F645A}" dt="2026-05-04T23:21:10.535" v="1843" actId="478"/>
          <ac:graphicFrameMkLst>
            <pc:docMk/>
            <pc:sldMk cId="966724815" sldId="415"/>
            <ac:graphicFrameMk id="5" creationId="{597F2385-FE62-DC86-EE64-AB5C5FB09F7D}"/>
          </ac:graphicFrameMkLst>
        </pc:graphicFrameChg>
        <pc:cxnChg chg="add del mod">
          <ac:chgData name="석주 이" userId="b6553f64e91d015d" providerId="LiveId" clId="{7E74A06A-B2AA-4EEC-A19D-AA52293F645A}" dt="2026-05-04T23:16:56.909" v="1583" actId="478"/>
          <ac:cxnSpMkLst>
            <pc:docMk/>
            <pc:sldMk cId="966724815" sldId="415"/>
            <ac:cxnSpMk id="25" creationId="{F2FBA61B-1170-A997-89F6-A46C3144EAC1}"/>
          </ac:cxnSpMkLst>
        </pc:cxnChg>
        <pc:cxnChg chg="add mod">
          <ac:chgData name="석주 이" userId="b6553f64e91d015d" providerId="LiveId" clId="{7E74A06A-B2AA-4EEC-A19D-AA52293F645A}" dt="2026-05-04T23:17:26.838" v="1591" actId="1582"/>
          <ac:cxnSpMkLst>
            <pc:docMk/>
            <pc:sldMk cId="966724815" sldId="415"/>
            <ac:cxnSpMk id="27" creationId="{52CDFAB7-E31C-ACAC-5ECF-6234CD413E7F}"/>
          </ac:cxnSpMkLst>
        </pc:cxnChg>
        <pc:cxnChg chg="add mod">
          <ac:chgData name="석주 이" userId="b6553f64e91d015d" providerId="LiveId" clId="{7E74A06A-B2AA-4EEC-A19D-AA52293F645A}" dt="2026-05-04T23:17:32.974" v="1594" actId="14100"/>
          <ac:cxnSpMkLst>
            <pc:docMk/>
            <pc:sldMk cId="966724815" sldId="415"/>
            <ac:cxnSpMk id="32" creationId="{EEE79B34-D61A-ECE0-1157-8B2E6915A707}"/>
          </ac:cxnSpMkLst>
        </pc:cxnChg>
      </pc:sldChg>
      <pc:sldChg chg="addSp delSp modSp mod ord">
        <pc:chgData name="석주 이" userId="b6553f64e91d015d" providerId="LiveId" clId="{7E74A06A-B2AA-4EEC-A19D-AA52293F645A}" dt="2026-05-05T10:59:43.027" v="25475" actId="108"/>
        <pc:sldMkLst>
          <pc:docMk/>
          <pc:sldMk cId="1065765379" sldId="418"/>
        </pc:sldMkLst>
        <pc:spChg chg="del mod">
          <ac:chgData name="석주 이" userId="b6553f64e91d015d" providerId="LiveId" clId="{7E74A06A-B2AA-4EEC-A19D-AA52293F645A}" dt="2026-05-04T22:24:45.093" v="747" actId="478"/>
          <ac:spMkLst>
            <pc:docMk/>
            <pc:sldMk cId="1065765379" sldId="418"/>
            <ac:spMk id="2" creationId="{2B2A2799-452F-0F77-D589-8E05D6A52C82}"/>
          </ac:spMkLst>
        </pc:spChg>
        <pc:spChg chg="add mod">
          <ac:chgData name="석주 이" userId="b6553f64e91d015d" providerId="LiveId" clId="{7E74A06A-B2AA-4EEC-A19D-AA52293F645A}" dt="2026-05-04T22:36:40.420" v="863" actId="20577"/>
          <ac:spMkLst>
            <pc:docMk/>
            <pc:sldMk cId="1065765379" sldId="418"/>
            <ac:spMk id="3" creationId="{B0B8C4F7-AC25-859F-07EB-B6F43B132B72}"/>
          </ac:spMkLst>
        </pc:spChg>
        <pc:spChg chg="add mod">
          <ac:chgData name="석주 이" userId="b6553f64e91d015d" providerId="LiveId" clId="{7E74A06A-B2AA-4EEC-A19D-AA52293F645A}" dt="2026-05-05T10:59:43.027" v="25475" actId="108"/>
          <ac:spMkLst>
            <pc:docMk/>
            <pc:sldMk cId="1065765379" sldId="418"/>
            <ac:spMk id="4" creationId="{EC93023E-5D5D-CF60-FFF4-5BCFF2232673}"/>
          </ac:spMkLst>
        </pc:spChg>
        <pc:spChg chg="mod">
          <ac:chgData name="석주 이" userId="b6553f64e91d015d" providerId="LiveId" clId="{7E74A06A-B2AA-4EEC-A19D-AA52293F645A}" dt="2026-05-04T22:24:54.279" v="748"/>
          <ac:spMkLst>
            <pc:docMk/>
            <pc:sldMk cId="1065765379" sldId="418"/>
            <ac:spMk id="6" creationId="{11B67B33-9956-8DE6-4DB2-01A26F7581A4}"/>
          </ac:spMkLst>
        </pc:spChg>
        <pc:spChg chg="add mod topLvl">
          <ac:chgData name="석주 이" userId="b6553f64e91d015d" providerId="LiveId" clId="{7E74A06A-B2AA-4EEC-A19D-AA52293F645A}" dt="2026-05-05T04:23:59.544" v="7852" actId="165"/>
          <ac:spMkLst>
            <pc:docMk/>
            <pc:sldMk cId="1065765379" sldId="418"/>
            <ac:spMk id="9" creationId="{C9F11C1A-1C4A-007B-36F9-5D5FC2025E58}"/>
          </ac:spMkLst>
        </pc:spChg>
        <pc:spChg chg="add mod topLvl">
          <ac:chgData name="석주 이" userId="b6553f64e91d015d" providerId="LiveId" clId="{7E74A06A-B2AA-4EEC-A19D-AA52293F645A}" dt="2026-05-05T04:27:15.112" v="7947" actId="14100"/>
          <ac:spMkLst>
            <pc:docMk/>
            <pc:sldMk cId="1065765379" sldId="418"/>
            <ac:spMk id="10" creationId="{D8662769-2428-C1E9-419A-00796D262629}"/>
          </ac:spMkLst>
        </pc:spChg>
        <pc:spChg chg="add mod topLvl">
          <ac:chgData name="석주 이" userId="b6553f64e91d015d" providerId="LiveId" clId="{7E74A06A-B2AA-4EEC-A19D-AA52293F645A}" dt="2026-05-05T04:27:11.544" v="7946" actId="1076"/>
          <ac:spMkLst>
            <pc:docMk/>
            <pc:sldMk cId="1065765379" sldId="418"/>
            <ac:spMk id="11" creationId="{BDD976E9-E388-D5F2-D34F-BC6BFE68F26F}"/>
          </ac:spMkLst>
        </pc:spChg>
        <pc:spChg chg="del">
          <ac:chgData name="석주 이" userId="b6553f64e91d015d" providerId="LiveId" clId="{7E74A06A-B2AA-4EEC-A19D-AA52293F645A}" dt="2026-05-04T22:37:07.724" v="865" actId="478"/>
          <ac:spMkLst>
            <pc:docMk/>
            <pc:sldMk cId="1065765379" sldId="418"/>
            <ac:spMk id="12" creationId="{7A1BA7AD-1677-D79D-CA0D-FED465287062}"/>
          </ac:spMkLst>
        </pc:spChg>
        <pc:spChg chg="add mod topLvl">
          <ac:chgData name="석주 이" userId="b6553f64e91d015d" providerId="LiveId" clId="{7E74A06A-B2AA-4EEC-A19D-AA52293F645A}" dt="2026-05-05T04:27:08.648" v="7945" actId="14100"/>
          <ac:spMkLst>
            <pc:docMk/>
            <pc:sldMk cId="1065765379" sldId="418"/>
            <ac:spMk id="13" creationId="{C8F55F4B-5C50-FE78-7FA9-753E08AB167F}"/>
          </ac:spMkLst>
        </pc:spChg>
        <pc:spChg chg="mod topLvl">
          <ac:chgData name="석주 이" userId="b6553f64e91d015d" providerId="LiveId" clId="{7E74A06A-B2AA-4EEC-A19D-AA52293F645A}" dt="2026-05-05T04:26:12.255" v="7932" actId="6549"/>
          <ac:spMkLst>
            <pc:docMk/>
            <pc:sldMk cId="1065765379" sldId="418"/>
            <ac:spMk id="14" creationId="{59080F4A-35DE-F670-D09E-5B3B58E02238}"/>
          </ac:spMkLst>
        </pc:spChg>
        <pc:spChg chg="add mod topLvl">
          <ac:chgData name="석주 이" userId="b6553f64e91d015d" providerId="LiveId" clId="{7E74A06A-B2AA-4EEC-A19D-AA52293F645A}" dt="2026-05-05T06:43:25.692" v="13820" actId="6559"/>
          <ac:spMkLst>
            <pc:docMk/>
            <pc:sldMk cId="1065765379" sldId="418"/>
            <ac:spMk id="15" creationId="{FED36D33-5BCF-FC05-F922-C6B0511ECA50}"/>
          </ac:spMkLst>
        </pc:spChg>
        <pc:spChg chg="mod topLvl">
          <ac:chgData name="석주 이" userId="b6553f64e91d015d" providerId="LiveId" clId="{7E74A06A-B2AA-4EEC-A19D-AA52293F645A}" dt="2026-05-05T04:27:11.544" v="7946" actId="1076"/>
          <ac:spMkLst>
            <pc:docMk/>
            <pc:sldMk cId="1065765379" sldId="418"/>
            <ac:spMk id="16" creationId="{9B738CF4-4701-BC0F-B6FE-CE44AF0538D2}"/>
          </ac:spMkLst>
        </pc:spChg>
        <pc:spChg chg="mod">
          <ac:chgData name="석주 이" userId="b6553f64e91d015d" providerId="LiveId" clId="{7E74A06A-B2AA-4EEC-A19D-AA52293F645A}" dt="2026-05-05T04:27:08.648" v="7945" actId="14100"/>
          <ac:spMkLst>
            <pc:docMk/>
            <pc:sldMk cId="1065765379" sldId="418"/>
            <ac:spMk id="17" creationId="{B2A9A4DD-1D34-1F80-2354-A1019D384019}"/>
          </ac:spMkLst>
        </pc:spChg>
        <pc:spChg chg="del">
          <ac:chgData name="석주 이" userId="b6553f64e91d015d" providerId="LiveId" clId="{7E74A06A-B2AA-4EEC-A19D-AA52293F645A}" dt="2026-05-04T22:37:07.724" v="865" actId="478"/>
          <ac:spMkLst>
            <pc:docMk/>
            <pc:sldMk cId="1065765379" sldId="418"/>
            <ac:spMk id="18" creationId="{F988BA77-28E4-C8D7-F2B4-6452654C4347}"/>
          </ac:spMkLst>
        </pc:spChg>
        <pc:spChg chg="del">
          <ac:chgData name="석주 이" userId="b6553f64e91d015d" providerId="LiveId" clId="{7E74A06A-B2AA-4EEC-A19D-AA52293F645A}" dt="2026-05-04T22:37:07.724" v="865" actId="478"/>
          <ac:spMkLst>
            <pc:docMk/>
            <pc:sldMk cId="1065765379" sldId="418"/>
            <ac:spMk id="19" creationId="{73EC3F24-B01D-9010-61F1-87029AF3FF6A}"/>
          </ac:spMkLst>
        </pc:spChg>
        <pc:spChg chg="del">
          <ac:chgData name="석주 이" userId="b6553f64e91d015d" providerId="LiveId" clId="{7E74A06A-B2AA-4EEC-A19D-AA52293F645A}" dt="2026-05-04T22:37:09.310" v="866" actId="478"/>
          <ac:spMkLst>
            <pc:docMk/>
            <pc:sldMk cId="1065765379" sldId="418"/>
            <ac:spMk id="20" creationId="{8945E8E9-6334-2646-6FF9-1A18E3996849}"/>
          </ac:spMkLst>
        </pc:spChg>
        <pc:spChg chg="del">
          <ac:chgData name="석주 이" userId="b6553f64e91d015d" providerId="LiveId" clId="{7E74A06A-B2AA-4EEC-A19D-AA52293F645A}" dt="2026-05-04T22:37:07.724" v="865" actId="478"/>
          <ac:spMkLst>
            <pc:docMk/>
            <pc:sldMk cId="1065765379" sldId="418"/>
            <ac:spMk id="21" creationId="{1390D9EF-D426-A068-CB6A-9AB0A23BCDB6}"/>
          </ac:spMkLst>
        </pc:spChg>
        <pc:spChg chg="del">
          <ac:chgData name="석주 이" userId="b6553f64e91d015d" providerId="LiveId" clId="{7E74A06A-B2AA-4EEC-A19D-AA52293F645A}" dt="2026-05-04T22:37:07.724" v="865" actId="478"/>
          <ac:spMkLst>
            <pc:docMk/>
            <pc:sldMk cId="1065765379" sldId="418"/>
            <ac:spMk id="23" creationId="{9C2A6EB5-D4A9-F824-980B-5EFEB2AD566B}"/>
          </ac:spMkLst>
        </pc:spChg>
        <pc:spChg chg="add del mod topLvl">
          <ac:chgData name="석주 이" userId="b6553f64e91d015d" providerId="LiveId" clId="{7E74A06A-B2AA-4EEC-A19D-AA52293F645A}" dt="2026-05-05T04:25:46.309" v="7917" actId="478"/>
          <ac:spMkLst>
            <pc:docMk/>
            <pc:sldMk cId="1065765379" sldId="418"/>
            <ac:spMk id="25" creationId="{E99B8ADF-856C-0D38-83A4-1BDE3813D756}"/>
          </ac:spMkLst>
        </pc:spChg>
        <pc:spChg chg="del mod topLvl">
          <ac:chgData name="석주 이" userId="b6553f64e91d015d" providerId="LiveId" clId="{7E74A06A-B2AA-4EEC-A19D-AA52293F645A}" dt="2026-05-05T04:25:46.309" v="7917" actId="478"/>
          <ac:spMkLst>
            <pc:docMk/>
            <pc:sldMk cId="1065765379" sldId="418"/>
            <ac:spMk id="27" creationId="{7E99ABE8-0E9C-D372-508D-40B12A3AF35A}"/>
          </ac:spMkLst>
        </pc:spChg>
        <pc:spChg chg="del">
          <ac:chgData name="석주 이" userId="b6553f64e91d015d" providerId="LiveId" clId="{7E74A06A-B2AA-4EEC-A19D-AA52293F645A}" dt="2026-05-04T22:37:07.724" v="865" actId="478"/>
          <ac:spMkLst>
            <pc:docMk/>
            <pc:sldMk cId="1065765379" sldId="418"/>
            <ac:spMk id="28" creationId="{4FADC9D9-FA93-4C2A-0398-82786247FA84}"/>
          </ac:spMkLst>
        </pc:spChg>
        <pc:spChg chg="del">
          <ac:chgData name="석주 이" userId="b6553f64e91d015d" providerId="LiveId" clId="{7E74A06A-B2AA-4EEC-A19D-AA52293F645A}" dt="2026-05-04T22:37:07.724" v="865" actId="478"/>
          <ac:spMkLst>
            <pc:docMk/>
            <pc:sldMk cId="1065765379" sldId="418"/>
            <ac:spMk id="29" creationId="{6183EC62-6538-9C76-E8BB-8CC67C70D97C}"/>
          </ac:spMkLst>
        </pc:spChg>
        <pc:spChg chg="del">
          <ac:chgData name="석주 이" userId="b6553f64e91d015d" providerId="LiveId" clId="{7E74A06A-B2AA-4EEC-A19D-AA52293F645A}" dt="2026-05-04T22:37:07.724" v="865" actId="478"/>
          <ac:spMkLst>
            <pc:docMk/>
            <pc:sldMk cId="1065765379" sldId="418"/>
            <ac:spMk id="30" creationId="{B48BF210-1CE5-135E-8D28-621AC45B128A}"/>
          </ac:spMkLst>
        </pc:spChg>
        <pc:spChg chg="del">
          <ac:chgData name="석주 이" userId="b6553f64e91d015d" providerId="LiveId" clId="{7E74A06A-B2AA-4EEC-A19D-AA52293F645A}" dt="2026-05-04T22:37:07.724" v="865" actId="478"/>
          <ac:spMkLst>
            <pc:docMk/>
            <pc:sldMk cId="1065765379" sldId="418"/>
            <ac:spMk id="31" creationId="{5BF4F3EC-4C47-DA52-A563-39C95D8C4149}"/>
          </ac:spMkLst>
        </pc:spChg>
        <pc:spChg chg="del mod">
          <ac:chgData name="석주 이" userId="b6553f64e91d015d" providerId="LiveId" clId="{7E74A06A-B2AA-4EEC-A19D-AA52293F645A}" dt="2026-05-05T04:25:46.309" v="7917" actId="478"/>
          <ac:spMkLst>
            <pc:docMk/>
            <pc:sldMk cId="1065765379" sldId="418"/>
            <ac:spMk id="32" creationId="{E7A64DF8-DEED-B013-74EA-D13C871E3EF7}"/>
          </ac:spMkLst>
        </pc:spChg>
        <pc:spChg chg="add del mod topLvl">
          <ac:chgData name="석주 이" userId="b6553f64e91d015d" providerId="LiveId" clId="{7E74A06A-B2AA-4EEC-A19D-AA52293F645A}" dt="2026-05-05T04:25:46.309" v="7917" actId="478"/>
          <ac:spMkLst>
            <pc:docMk/>
            <pc:sldMk cId="1065765379" sldId="418"/>
            <ac:spMk id="34" creationId="{9EA9AB11-1147-A1D8-89F5-451645B08DF1}"/>
          </ac:spMkLst>
        </pc:spChg>
        <pc:spChg chg="add mod">
          <ac:chgData name="석주 이" userId="b6553f64e91d015d" providerId="LiveId" clId="{7E74A06A-B2AA-4EEC-A19D-AA52293F645A}" dt="2026-05-04T22:37:19.797" v="869"/>
          <ac:spMkLst>
            <pc:docMk/>
            <pc:sldMk cId="1065765379" sldId="418"/>
            <ac:spMk id="36" creationId="{4D391AC4-7E34-40D8-544E-91720458AAD4}"/>
          </ac:spMkLst>
        </pc:spChg>
        <pc:spChg chg="add del mod">
          <ac:chgData name="석주 이" userId="b6553f64e91d015d" providerId="LiveId" clId="{7E74A06A-B2AA-4EEC-A19D-AA52293F645A}" dt="2026-05-05T04:25:46.309" v="7917" actId="478"/>
          <ac:spMkLst>
            <pc:docMk/>
            <pc:sldMk cId="1065765379" sldId="418"/>
            <ac:spMk id="37" creationId="{CDE4971D-A3DB-BC44-1518-F6220A997CA2}"/>
          </ac:spMkLst>
        </pc:spChg>
        <pc:spChg chg="mod">
          <ac:chgData name="석주 이" userId="b6553f64e91d015d" providerId="LiveId" clId="{7E74A06A-B2AA-4EEC-A19D-AA52293F645A}" dt="2026-05-05T04:26:09.981" v="7930" actId="14100"/>
          <ac:spMkLst>
            <pc:docMk/>
            <pc:sldMk cId="1065765379" sldId="418"/>
            <ac:spMk id="39" creationId="{09EAF826-E467-CE3E-D0FB-842B3D0CFC51}"/>
          </ac:spMkLst>
        </pc:spChg>
        <pc:spChg chg="add del">
          <ac:chgData name="석주 이" userId="b6553f64e91d015d" providerId="LiveId" clId="{7E74A06A-B2AA-4EEC-A19D-AA52293F645A}" dt="2026-05-05T05:12:10.722" v="10181" actId="22"/>
          <ac:spMkLst>
            <pc:docMk/>
            <pc:sldMk cId="1065765379" sldId="418"/>
            <ac:spMk id="56" creationId="{C02B2A7A-0511-9EBD-9288-59F124C15631}"/>
          </ac:spMkLst>
        </pc:spChg>
        <pc:spChg chg="add mod">
          <ac:chgData name="석주 이" userId="b6553f64e91d015d" providerId="LiveId" clId="{7E74A06A-B2AA-4EEC-A19D-AA52293F645A}" dt="2026-05-05T05:21:01.336" v="10633"/>
          <ac:spMkLst>
            <pc:docMk/>
            <pc:sldMk cId="1065765379" sldId="418"/>
            <ac:spMk id="57" creationId="{6A0AE2D1-B58B-A3A5-1331-B35370EAA5A0}"/>
          </ac:spMkLst>
        </pc:spChg>
        <pc:spChg chg="add mod">
          <ac:chgData name="석주 이" userId="b6553f64e91d015d" providerId="LiveId" clId="{7E74A06A-B2AA-4EEC-A19D-AA52293F645A}" dt="2026-05-05T05:21:01.336" v="10633"/>
          <ac:spMkLst>
            <pc:docMk/>
            <pc:sldMk cId="1065765379" sldId="418"/>
            <ac:spMk id="60" creationId="{44CC0AFF-EF04-13B2-1C97-C0D87880F9AB}"/>
          </ac:spMkLst>
        </pc:spChg>
        <pc:spChg chg="add mod">
          <ac:chgData name="석주 이" userId="b6553f64e91d015d" providerId="LiveId" clId="{7E74A06A-B2AA-4EEC-A19D-AA52293F645A}" dt="2026-05-05T05:21:01.336" v="10633"/>
          <ac:spMkLst>
            <pc:docMk/>
            <pc:sldMk cId="1065765379" sldId="418"/>
            <ac:spMk id="64" creationId="{316E1B35-6B62-E92D-98B2-C628049C0B06}"/>
          </ac:spMkLst>
        </pc:spChg>
        <pc:spChg chg="add mod">
          <ac:chgData name="석주 이" userId="b6553f64e91d015d" providerId="LiveId" clId="{7E74A06A-B2AA-4EEC-A19D-AA52293F645A}" dt="2026-05-05T05:21:01.336" v="10633"/>
          <ac:spMkLst>
            <pc:docMk/>
            <pc:sldMk cId="1065765379" sldId="418"/>
            <ac:spMk id="65" creationId="{D7B614CC-9E84-1FC6-5617-B195C15EA656}"/>
          </ac:spMkLst>
        </pc:spChg>
        <pc:spChg chg="add mod">
          <ac:chgData name="석주 이" userId="b6553f64e91d015d" providerId="LiveId" clId="{7E74A06A-B2AA-4EEC-A19D-AA52293F645A}" dt="2026-05-05T05:21:01.336" v="10633"/>
          <ac:spMkLst>
            <pc:docMk/>
            <pc:sldMk cId="1065765379" sldId="418"/>
            <ac:spMk id="67" creationId="{B2764425-296F-58C9-613F-8217A03B9986}"/>
          </ac:spMkLst>
        </pc:spChg>
        <pc:spChg chg="add mod">
          <ac:chgData name="석주 이" userId="b6553f64e91d015d" providerId="LiveId" clId="{7E74A06A-B2AA-4EEC-A19D-AA52293F645A}" dt="2026-05-05T05:21:01.336" v="10633"/>
          <ac:spMkLst>
            <pc:docMk/>
            <pc:sldMk cId="1065765379" sldId="418"/>
            <ac:spMk id="68" creationId="{28A01CFF-F809-6DD1-9BD3-9AA808A909B8}"/>
          </ac:spMkLst>
        </pc:spChg>
        <pc:spChg chg="add mod">
          <ac:chgData name="석주 이" userId="b6553f64e91d015d" providerId="LiveId" clId="{7E74A06A-B2AA-4EEC-A19D-AA52293F645A}" dt="2026-05-05T05:21:01.336" v="10633"/>
          <ac:spMkLst>
            <pc:docMk/>
            <pc:sldMk cId="1065765379" sldId="418"/>
            <ac:spMk id="72" creationId="{420EF076-4FE8-6C54-4AA9-AA26A8CD9F63}"/>
          </ac:spMkLst>
        </pc:spChg>
        <pc:spChg chg="add mod">
          <ac:chgData name="석주 이" userId="b6553f64e91d015d" providerId="LiveId" clId="{7E74A06A-B2AA-4EEC-A19D-AA52293F645A}" dt="2026-05-05T05:21:01.336" v="10633"/>
          <ac:spMkLst>
            <pc:docMk/>
            <pc:sldMk cId="1065765379" sldId="418"/>
            <ac:spMk id="73" creationId="{7CF0B927-8A18-75DB-5921-AC799FF6E9A8}"/>
          </ac:spMkLst>
        </pc:spChg>
        <pc:spChg chg="add mod">
          <ac:chgData name="석주 이" userId="b6553f64e91d015d" providerId="LiveId" clId="{7E74A06A-B2AA-4EEC-A19D-AA52293F645A}" dt="2026-05-05T05:21:01.336" v="10633"/>
          <ac:spMkLst>
            <pc:docMk/>
            <pc:sldMk cId="1065765379" sldId="418"/>
            <ac:spMk id="77" creationId="{2A7CA42C-6882-E872-4266-8129A14C789E}"/>
          </ac:spMkLst>
        </pc:spChg>
        <pc:spChg chg="add mod">
          <ac:chgData name="석주 이" userId="b6553f64e91d015d" providerId="LiveId" clId="{7E74A06A-B2AA-4EEC-A19D-AA52293F645A}" dt="2026-05-05T05:21:01.336" v="10633"/>
          <ac:spMkLst>
            <pc:docMk/>
            <pc:sldMk cId="1065765379" sldId="418"/>
            <ac:spMk id="78" creationId="{301666EE-C8A8-E358-D38B-783C87A52C87}"/>
          </ac:spMkLst>
        </pc:spChg>
        <pc:spChg chg="del">
          <ac:chgData name="석주 이" userId="b6553f64e91d015d" providerId="LiveId" clId="{7E74A06A-B2AA-4EEC-A19D-AA52293F645A}" dt="2026-05-04T22:37:07.724" v="865" actId="478"/>
          <ac:spMkLst>
            <pc:docMk/>
            <pc:sldMk cId="1065765379" sldId="418"/>
            <ac:spMk id="95" creationId="{37B56C46-6285-428A-4451-2DED587CB440}"/>
          </ac:spMkLst>
        </pc:spChg>
        <pc:grpChg chg="mod">
          <ac:chgData name="석주 이" userId="b6553f64e91d015d" providerId="LiveId" clId="{7E74A06A-B2AA-4EEC-A19D-AA52293F645A}" dt="2026-05-05T04:23:58.488" v="7851" actId="14100"/>
          <ac:grpSpMkLst>
            <pc:docMk/>
            <pc:sldMk cId="1065765379" sldId="418"/>
            <ac:grpSpMk id="54" creationId="{F75B9360-67A5-ED11-7A26-6914E092BE35}"/>
          </ac:grpSpMkLst>
        </pc:grpChg>
        <pc:graphicFrameChg chg="mod modGraphic">
          <ac:chgData name="석주 이" userId="b6553f64e91d015d" providerId="LiveId" clId="{7E74A06A-B2AA-4EEC-A19D-AA52293F645A}" dt="2026-05-05T10:19:25.574" v="23488" actId="3064"/>
          <ac:graphicFrameMkLst>
            <pc:docMk/>
            <pc:sldMk cId="1065765379" sldId="418"/>
            <ac:graphicFrameMk id="50" creationId="{50D2A3BE-2209-5ED4-1290-DD669A91AF29}"/>
          </ac:graphicFrameMkLst>
        </pc:graphicFrameChg>
        <pc:graphicFrameChg chg="add mod modGraphic">
          <ac:chgData name="석주 이" userId="b6553f64e91d015d" providerId="LiveId" clId="{7E74A06A-B2AA-4EEC-A19D-AA52293F645A}" dt="2026-05-05T10:19:32.570" v="23492" actId="3064"/>
          <ac:graphicFrameMkLst>
            <pc:docMk/>
            <pc:sldMk cId="1065765379" sldId="418"/>
            <ac:graphicFrameMk id="53" creationId="{864B4028-4E17-EF06-7177-8EB6268838A5}"/>
          </ac:graphicFrameMkLst>
        </pc:graphicFrameChg>
        <pc:picChg chg="add del">
          <ac:chgData name="석주 이" userId="b6553f64e91d015d" providerId="LiveId" clId="{7E74A06A-B2AA-4EEC-A19D-AA52293F645A}" dt="2026-05-05T04:10:37.643" v="7428" actId="22"/>
          <ac:picMkLst>
            <pc:docMk/>
            <pc:sldMk cId="1065765379" sldId="418"/>
            <ac:picMk id="52" creationId="{2906FAF7-DB0C-84D1-F039-834EE4BCFDE2}"/>
          </ac:picMkLst>
        </pc:picChg>
      </pc:sldChg>
      <pc:sldChg chg="del">
        <pc:chgData name="석주 이" userId="b6553f64e91d015d" providerId="LiveId" clId="{7E74A06A-B2AA-4EEC-A19D-AA52293F645A}" dt="2026-05-05T10:12:59.801" v="23464" actId="47"/>
        <pc:sldMkLst>
          <pc:docMk/>
          <pc:sldMk cId="906937696" sldId="420"/>
        </pc:sldMkLst>
      </pc:sldChg>
      <pc:sldChg chg="add del">
        <pc:chgData name="석주 이" userId="b6553f64e91d015d" providerId="LiveId" clId="{7E74A06A-B2AA-4EEC-A19D-AA52293F645A}" dt="2026-05-05T10:12:59.801" v="23464" actId="47"/>
        <pc:sldMkLst>
          <pc:docMk/>
          <pc:sldMk cId="610843316" sldId="426"/>
        </pc:sldMkLst>
      </pc:sldChg>
      <pc:sldChg chg="del">
        <pc:chgData name="석주 이" userId="b6553f64e91d015d" providerId="LiveId" clId="{7E74A06A-B2AA-4EEC-A19D-AA52293F645A}" dt="2026-05-04T09:23:58.545" v="22" actId="2696"/>
        <pc:sldMkLst>
          <pc:docMk/>
          <pc:sldMk cId="2943751339" sldId="426"/>
        </pc:sldMkLst>
      </pc:sldChg>
      <pc:sldChg chg="modSp del">
        <pc:chgData name="석주 이" userId="b6553f64e91d015d" providerId="LiveId" clId="{7E74A06A-B2AA-4EEC-A19D-AA52293F645A}" dt="2026-05-05T10:12:57.290" v="23463" actId="47"/>
        <pc:sldMkLst>
          <pc:docMk/>
          <pc:sldMk cId="970931310" sldId="427"/>
        </pc:sldMkLst>
        <pc:spChg chg="mod">
          <ac:chgData name="석주 이" userId="b6553f64e91d015d" providerId="LiveId" clId="{7E74A06A-B2AA-4EEC-A19D-AA52293F645A}" dt="2026-05-04T22:24:54.279" v="748"/>
          <ac:spMkLst>
            <pc:docMk/>
            <pc:sldMk cId="970931310" sldId="427"/>
            <ac:spMk id="6" creationId="{B9655B08-4764-0DD2-7863-A81714350799}"/>
          </ac:spMkLst>
        </pc:spChg>
      </pc:sldChg>
      <pc:sldChg chg="modSp del">
        <pc:chgData name="석주 이" userId="b6553f64e91d015d" providerId="LiveId" clId="{7E74A06A-B2AA-4EEC-A19D-AA52293F645A}" dt="2026-05-05T10:12:57.290" v="23463" actId="47"/>
        <pc:sldMkLst>
          <pc:docMk/>
          <pc:sldMk cId="1583884294" sldId="428"/>
        </pc:sldMkLst>
        <pc:spChg chg="mod">
          <ac:chgData name="석주 이" userId="b6553f64e91d015d" providerId="LiveId" clId="{7E74A06A-B2AA-4EEC-A19D-AA52293F645A}" dt="2026-05-04T22:24:54.279" v="748"/>
          <ac:spMkLst>
            <pc:docMk/>
            <pc:sldMk cId="1583884294" sldId="428"/>
            <ac:spMk id="6" creationId="{7E47CA8C-90DA-511A-4DD6-385DF38BFA26}"/>
          </ac:spMkLst>
        </pc:spChg>
      </pc:sldChg>
      <pc:sldChg chg="modSp del">
        <pc:chgData name="석주 이" userId="b6553f64e91d015d" providerId="LiveId" clId="{7E74A06A-B2AA-4EEC-A19D-AA52293F645A}" dt="2026-05-05T10:12:57.290" v="23463" actId="47"/>
        <pc:sldMkLst>
          <pc:docMk/>
          <pc:sldMk cId="552792023" sldId="429"/>
        </pc:sldMkLst>
        <pc:spChg chg="mod">
          <ac:chgData name="석주 이" userId="b6553f64e91d015d" providerId="LiveId" clId="{7E74A06A-B2AA-4EEC-A19D-AA52293F645A}" dt="2026-05-04T22:24:54.279" v="748"/>
          <ac:spMkLst>
            <pc:docMk/>
            <pc:sldMk cId="552792023" sldId="429"/>
            <ac:spMk id="6" creationId="{68142552-1E6A-D041-B9B0-5F3963F59B1C}"/>
          </ac:spMkLst>
        </pc:spChg>
      </pc:sldChg>
      <pc:sldChg chg="modSp del">
        <pc:chgData name="석주 이" userId="b6553f64e91d015d" providerId="LiveId" clId="{7E74A06A-B2AA-4EEC-A19D-AA52293F645A}" dt="2026-05-05T10:12:57.290" v="23463" actId="47"/>
        <pc:sldMkLst>
          <pc:docMk/>
          <pc:sldMk cId="262977571" sldId="431"/>
        </pc:sldMkLst>
        <pc:spChg chg="mod">
          <ac:chgData name="석주 이" userId="b6553f64e91d015d" providerId="LiveId" clId="{7E74A06A-B2AA-4EEC-A19D-AA52293F645A}" dt="2026-05-04T22:24:54.279" v="748"/>
          <ac:spMkLst>
            <pc:docMk/>
            <pc:sldMk cId="262977571" sldId="431"/>
            <ac:spMk id="6" creationId="{4115CABD-47F7-FFC7-F07E-A4E23DE63531}"/>
          </ac:spMkLst>
        </pc:spChg>
      </pc:sldChg>
      <pc:sldChg chg="modSp del">
        <pc:chgData name="석주 이" userId="b6553f64e91d015d" providerId="LiveId" clId="{7E74A06A-B2AA-4EEC-A19D-AA52293F645A}" dt="2026-05-05T10:12:57.290" v="23463" actId="47"/>
        <pc:sldMkLst>
          <pc:docMk/>
          <pc:sldMk cId="3268203366" sldId="432"/>
        </pc:sldMkLst>
        <pc:spChg chg="mod">
          <ac:chgData name="석주 이" userId="b6553f64e91d015d" providerId="LiveId" clId="{7E74A06A-B2AA-4EEC-A19D-AA52293F645A}" dt="2026-05-04T22:24:54.279" v="748"/>
          <ac:spMkLst>
            <pc:docMk/>
            <pc:sldMk cId="3268203366" sldId="432"/>
            <ac:spMk id="6" creationId="{2D8D75A1-79C6-6E25-7408-9E05997CA897}"/>
          </ac:spMkLst>
        </pc:spChg>
      </pc:sldChg>
      <pc:sldChg chg="modSp del">
        <pc:chgData name="석주 이" userId="b6553f64e91d015d" providerId="LiveId" clId="{7E74A06A-B2AA-4EEC-A19D-AA52293F645A}" dt="2026-05-05T10:12:57.290" v="23463" actId="47"/>
        <pc:sldMkLst>
          <pc:docMk/>
          <pc:sldMk cId="1060696000" sldId="433"/>
        </pc:sldMkLst>
        <pc:spChg chg="mod">
          <ac:chgData name="석주 이" userId="b6553f64e91d015d" providerId="LiveId" clId="{7E74A06A-B2AA-4EEC-A19D-AA52293F645A}" dt="2026-05-04T22:24:54.279" v="748"/>
          <ac:spMkLst>
            <pc:docMk/>
            <pc:sldMk cId="1060696000" sldId="433"/>
            <ac:spMk id="6" creationId="{750E3808-90E3-FE7E-9B7F-78324DF23CD8}"/>
          </ac:spMkLst>
        </pc:spChg>
      </pc:sldChg>
      <pc:sldChg chg="modSp del">
        <pc:chgData name="석주 이" userId="b6553f64e91d015d" providerId="LiveId" clId="{7E74A06A-B2AA-4EEC-A19D-AA52293F645A}" dt="2026-05-05T10:12:57.290" v="23463" actId="47"/>
        <pc:sldMkLst>
          <pc:docMk/>
          <pc:sldMk cId="1031716051" sldId="434"/>
        </pc:sldMkLst>
        <pc:spChg chg="mod">
          <ac:chgData name="석주 이" userId="b6553f64e91d015d" providerId="LiveId" clId="{7E74A06A-B2AA-4EEC-A19D-AA52293F645A}" dt="2026-05-04T22:24:54.279" v="748"/>
          <ac:spMkLst>
            <pc:docMk/>
            <pc:sldMk cId="1031716051" sldId="434"/>
            <ac:spMk id="6" creationId="{ACC65D36-A6C3-A24E-1583-EAAB21DA5050}"/>
          </ac:spMkLst>
        </pc:spChg>
      </pc:sldChg>
      <pc:sldChg chg="add del">
        <pc:chgData name="석주 이" userId="b6553f64e91d015d" providerId="LiveId" clId="{7E74A06A-B2AA-4EEC-A19D-AA52293F645A}" dt="2026-05-04T09:20:56.481" v="20"/>
        <pc:sldMkLst>
          <pc:docMk/>
          <pc:sldMk cId="793722650" sldId="435"/>
        </pc:sldMkLst>
      </pc:sldChg>
      <pc:sldChg chg="addSp delSp modSp add mod">
        <pc:chgData name="석주 이" userId="b6553f64e91d015d" providerId="LiveId" clId="{7E74A06A-B2AA-4EEC-A19D-AA52293F645A}" dt="2026-05-05T11:16:48.932" v="27191" actId="14100"/>
        <pc:sldMkLst>
          <pc:docMk/>
          <pc:sldMk cId="2414180926" sldId="435"/>
        </pc:sldMkLst>
        <pc:spChg chg="add del mod">
          <ac:chgData name="석주 이" userId="b6553f64e91d015d" providerId="LiveId" clId="{7E74A06A-B2AA-4EEC-A19D-AA52293F645A}" dt="2026-05-05T11:14:00.940" v="27151" actId="478"/>
          <ac:spMkLst>
            <pc:docMk/>
            <pc:sldMk cId="2414180926" sldId="435"/>
            <ac:spMk id="3" creationId="{D7DFF3BA-D846-117E-A585-B91A0FEE7D27}"/>
          </ac:spMkLst>
        </pc:spChg>
        <pc:spChg chg="mod">
          <ac:chgData name="석주 이" userId="b6553f64e91d015d" providerId="LiveId" clId="{7E74A06A-B2AA-4EEC-A19D-AA52293F645A}" dt="2026-05-05T11:03:33.666" v="25592" actId="20577"/>
          <ac:spMkLst>
            <pc:docMk/>
            <pc:sldMk cId="2414180926" sldId="435"/>
            <ac:spMk id="5" creationId="{88C0A4F5-4CE1-B757-5863-E9368588F7EE}"/>
          </ac:spMkLst>
        </pc:spChg>
        <pc:spChg chg="add del mod">
          <ac:chgData name="석주 이" userId="b6553f64e91d015d" providerId="LiveId" clId="{7E74A06A-B2AA-4EEC-A19D-AA52293F645A}" dt="2026-05-05T11:14:00.940" v="27151" actId="478"/>
          <ac:spMkLst>
            <pc:docMk/>
            <pc:sldMk cId="2414180926" sldId="435"/>
            <ac:spMk id="8" creationId="{9D485F3A-2515-183F-6241-9E6E31BF4C20}"/>
          </ac:spMkLst>
        </pc:spChg>
        <pc:graphicFrameChg chg="mod modGraphic">
          <ac:chgData name="석주 이" userId="b6553f64e91d015d" providerId="LiveId" clId="{7E74A06A-B2AA-4EEC-A19D-AA52293F645A}" dt="2026-05-05T11:16:48.932" v="27191" actId="14100"/>
          <ac:graphicFrameMkLst>
            <pc:docMk/>
            <pc:sldMk cId="2414180926" sldId="435"/>
            <ac:graphicFrameMk id="28" creationId="{56EC5AE3-39E0-7332-EF1C-178BB5665DD1}"/>
          </ac:graphicFrameMkLst>
        </pc:graphicFrameChg>
      </pc:sldChg>
      <pc:sldChg chg="addSp delSp modSp add mod ord">
        <pc:chgData name="석주 이" userId="b6553f64e91d015d" providerId="LiveId" clId="{7E74A06A-B2AA-4EEC-A19D-AA52293F645A}" dt="2026-05-05T11:02:20.594" v="25554"/>
        <pc:sldMkLst>
          <pc:docMk/>
          <pc:sldMk cId="3466390212" sldId="436"/>
        </pc:sldMkLst>
        <pc:spChg chg="add mod">
          <ac:chgData name="석주 이" userId="b6553f64e91d015d" providerId="LiveId" clId="{7E74A06A-B2AA-4EEC-A19D-AA52293F645A}" dt="2026-05-04T23:31:27.981" v="2213" actId="14100"/>
          <ac:spMkLst>
            <pc:docMk/>
            <pc:sldMk cId="3466390212" sldId="436"/>
            <ac:spMk id="2" creationId="{74AA8CAB-587F-E6D3-973D-FC8F05D99564}"/>
          </ac:spMkLst>
        </pc:spChg>
        <pc:spChg chg="mod">
          <ac:chgData name="석주 이" userId="b6553f64e91d015d" providerId="LiveId" clId="{7E74A06A-B2AA-4EEC-A19D-AA52293F645A}" dt="2026-05-05T01:41:37.265" v="4843"/>
          <ac:spMkLst>
            <pc:docMk/>
            <pc:sldMk cId="3466390212" sldId="436"/>
            <ac:spMk id="3" creationId="{EA813B51-D7D3-BC61-B3C6-7910FA0D555D}"/>
          </ac:spMkLst>
        </pc:spChg>
        <pc:spChg chg="add del mod">
          <ac:chgData name="석주 이" userId="b6553f64e91d015d" providerId="LiveId" clId="{7E74A06A-B2AA-4EEC-A19D-AA52293F645A}" dt="2026-05-04T23:31:17.477" v="2206" actId="478"/>
          <ac:spMkLst>
            <pc:docMk/>
            <pc:sldMk cId="3466390212" sldId="436"/>
            <ac:spMk id="4" creationId="{819A39D8-CF56-9131-8DB9-022CA0F0C73F}"/>
          </ac:spMkLst>
        </pc:spChg>
        <pc:spChg chg="add del mod">
          <ac:chgData name="석주 이" userId="b6553f64e91d015d" providerId="LiveId" clId="{7E74A06A-B2AA-4EEC-A19D-AA52293F645A}" dt="2026-05-04T23:29:43.054" v="2195"/>
          <ac:spMkLst>
            <pc:docMk/>
            <pc:sldMk cId="3466390212" sldId="436"/>
            <ac:spMk id="5" creationId="{09C0C8A0-2DE2-8974-DDCA-021414965F44}"/>
          </ac:spMkLst>
        </pc:spChg>
        <pc:spChg chg="add mod topLvl">
          <ac:chgData name="석주 이" userId="b6553f64e91d015d" providerId="LiveId" clId="{7E74A06A-B2AA-4EEC-A19D-AA52293F645A}" dt="2026-05-05T01:41:45.019" v="4846" actId="165"/>
          <ac:spMkLst>
            <pc:docMk/>
            <pc:sldMk cId="3466390212" sldId="436"/>
            <ac:spMk id="7" creationId="{384F3818-E766-121F-5BA1-3E0D469506F3}"/>
          </ac:spMkLst>
        </pc:spChg>
        <pc:spChg chg="add del mod">
          <ac:chgData name="석주 이" userId="b6553f64e91d015d" providerId="LiveId" clId="{7E74A06A-B2AA-4EEC-A19D-AA52293F645A}" dt="2026-05-04T23:31:20.335" v="2211" actId="47"/>
          <ac:spMkLst>
            <pc:docMk/>
            <pc:sldMk cId="3466390212" sldId="436"/>
            <ac:spMk id="8" creationId="{F838DA10-9FF2-2AC9-13D9-6C219B90C44A}"/>
          </ac:spMkLst>
        </pc:spChg>
        <pc:spChg chg="add del mod">
          <ac:chgData name="석주 이" userId="b6553f64e91d015d" providerId="LiveId" clId="{7E74A06A-B2AA-4EEC-A19D-AA52293F645A}" dt="2026-05-05T00:33:11.119" v="2786"/>
          <ac:spMkLst>
            <pc:docMk/>
            <pc:sldMk cId="3466390212" sldId="436"/>
            <ac:spMk id="9" creationId="{DA2BE34A-C09F-38D1-A3A3-900D5384BDB8}"/>
          </ac:spMkLst>
        </pc:spChg>
        <pc:spChg chg="add del mod">
          <ac:chgData name="석주 이" userId="b6553f64e91d015d" providerId="LiveId" clId="{7E74A06A-B2AA-4EEC-A19D-AA52293F645A}" dt="2026-05-05T01:36:28.150" v="4497"/>
          <ac:spMkLst>
            <pc:docMk/>
            <pc:sldMk cId="3466390212" sldId="436"/>
            <ac:spMk id="10" creationId="{4A11E326-144E-F96F-B7A4-F72591DE8905}"/>
          </ac:spMkLst>
        </pc:spChg>
        <pc:spChg chg="mod topLvl">
          <ac:chgData name="석주 이" userId="b6553f64e91d015d" providerId="LiveId" clId="{7E74A06A-B2AA-4EEC-A19D-AA52293F645A}" dt="2026-05-05T01:41:45.019" v="4846" actId="165"/>
          <ac:spMkLst>
            <pc:docMk/>
            <pc:sldMk cId="3466390212" sldId="436"/>
            <ac:spMk id="63" creationId="{BB83408D-18B7-68A6-34D7-D30B4B5167DF}"/>
          </ac:spMkLst>
        </pc:spChg>
        <pc:spChg chg="mod topLvl">
          <ac:chgData name="석주 이" userId="b6553f64e91d015d" providerId="LiveId" clId="{7E74A06A-B2AA-4EEC-A19D-AA52293F645A}" dt="2026-05-05T01:41:45.019" v="4846" actId="165"/>
          <ac:spMkLst>
            <pc:docMk/>
            <pc:sldMk cId="3466390212" sldId="436"/>
            <ac:spMk id="64" creationId="{23C5B8B1-4BCD-A125-1D9E-6AA50D93A33E}"/>
          </ac:spMkLst>
        </pc:spChg>
        <pc:spChg chg="mod topLvl">
          <ac:chgData name="석주 이" userId="b6553f64e91d015d" providerId="LiveId" clId="{7E74A06A-B2AA-4EEC-A19D-AA52293F645A}" dt="2026-05-05T01:41:45.019" v="4846" actId="165"/>
          <ac:spMkLst>
            <pc:docMk/>
            <pc:sldMk cId="3466390212" sldId="436"/>
            <ac:spMk id="65" creationId="{D7E0B5BE-CB81-F4B1-538B-98929E061F85}"/>
          </ac:spMkLst>
        </pc:spChg>
        <pc:spChg chg="mod topLvl">
          <ac:chgData name="석주 이" userId="b6553f64e91d015d" providerId="LiveId" clId="{7E74A06A-B2AA-4EEC-A19D-AA52293F645A}" dt="2026-05-05T01:41:45.019" v="4846" actId="165"/>
          <ac:spMkLst>
            <pc:docMk/>
            <pc:sldMk cId="3466390212" sldId="436"/>
            <ac:spMk id="67" creationId="{C2E42912-869D-3CD4-7F0B-A2310D090F62}"/>
          </ac:spMkLst>
        </pc:spChg>
        <pc:spChg chg="mod topLvl">
          <ac:chgData name="석주 이" userId="b6553f64e91d015d" providerId="LiveId" clId="{7E74A06A-B2AA-4EEC-A19D-AA52293F645A}" dt="2026-05-05T01:41:45.019" v="4846" actId="165"/>
          <ac:spMkLst>
            <pc:docMk/>
            <pc:sldMk cId="3466390212" sldId="436"/>
            <ac:spMk id="71" creationId="{AD7EA6F4-D38B-4C24-5C1C-232A922C2972}"/>
          </ac:spMkLst>
        </pc:spChg>
        <pc:spChg chg="mod topLvl">
          <ac:chgData name="석주 이" userId="b6553f64e91d015d" providerId="LiveId" clId="{7E74A06A-B2AA-4EEC-A19D-AA52293F645A}" dt="2026-05-05T01:43:05.863" v="4932" actId="20577"/>
          <ac:spMkLst>
            <pc:docMk/>
            <pc:sldMk cId="3466390212" sldId="436"/>
            <ac:spMk id="75" creationId="{FFEC9CAC-EF31-1916-7902-2DCF6CCA2403}"/>
          </ac:spMkLst>
        </pc:spChg>
        <pc:spChg chg="mod topLvl">
          <ac:chgData name="석주 이" userId="b6553f64e91d015d" providerId="LiveId" clId="{7E74A06A-B2AA-4EEC-A19D-AA52293F645A}" dt="2026-05-05T01:41:45.019" v="4846" actId="165"/>
          <ac:spMkLst>
            <pc:docMk/>
            <pc:sldMk cId="3466390212" sldId="436"/>
            <ac:spMk id="77" creationId="{7F3602B3-79D5-F52D-DAD4-1D2FE5123420}"/>
          </ac:spMkLst>
        </pc:spChg>
        <pc:spChg chg="mod topLvl">
          <ac:chgData name="석주 이" userId="b6553f64e91d015d" providerId="LiveId" clId="{7E74A06A-B2AA-4EEC-A19D-AA52293F645A}" dt="2026-05-05T01:41:45.019" v="4846" actId="165"/>
          <ac:spMkLst>
            <pc:docMk/>
            <pc:sldMk cId="3466390212" sldId="436"/>
            <ac:spMk id="80" creationId="{127014DB-EB16-DC74-06D1-BC8FC842298F}"/>
          </ac:spMkLst>
        </pc:spChg>
        <pc:spChg chg="mod topLvl">
          <ac:chgData name="석주 이" userId="b6553f64e91d015d" providerId="LiveId" clId="{7E74A06A-B2AA-4EEC-A19D-AA52293F645A}" dt="2026-05-05T11:02:16.012" v="25546" actId="20577"/>
          <ac:spMkLst>
            <pc:docMk/>
            <pc:sldMk cId="3466390212" sldId="436"/>
            <ac:spMk id="99" creationId="{5A144EBF-5FD8-4CF2-FAE1-39B8465052BD}"/>
          </ac:spMkLst>
        </pc:spChg>
        <pc:spChg chg="mod topLvl">
          <ac:chgData name="석주 이" userId="b6553f64e91d015d" providerId="LiveId" clId="{7E74A06A-B2AA-4EEC-A19D-AA52293F645A}" dt="2026-05-05T11:02:20.594" v="25554"/>
          <ac:spMkLst>
            <pc:docMk/>
            <pc:sldMk cId="3466390212" sldId="436"/>
            <ac:spMk id="101" creationId="{C9E56E8C-605D-CD44-B4D6-972AD06EF0F8}"/>
          </ac:spMkLst>
        </pc:spChg>
        <pc:spChg chg="mod topLvl">
          <ac:chgData name="석주 이" userId="b6553f64e91d015d" providerId="LiveId" clId="{7E74A06A-B2AA-4EEC-A19D-AA52293F645A}" dt="2026-05-05T01:41:45.019" v="4846" actId="165"/>
          <ac:spMkLst>
            <pc:docMk/>
            <pc:sldMk cId="3466390212" sldId="436"/>
            <ac:spMk id="102" creationId="{7BD05EF8-5EC1-E45F-0B6B-F4FB9D31416C}"/>
          </ac:spMkLst>
        </pc:spChg>
        <pc:spChg chg="del mod topLvl">
          <ac:chgData name="석주 이" userId="b6553f64e91d015d" providerId="LiveId" clId="{7E74A06A-B2AA-4EEC-A19D-AA52293F645A}" dt="2026-05-04T23:31:17.477" v="2206" actId="478"/>
          <ac:spMkLst>
            <pc:docMk/>
            <pc:sldMk cId="3466390212" sldId="436"/>
            <ac:spMk id="103" creationId="{015B0BC1-8469-8AB6-E11C-9B3965E9A6A8}"/>
          </ac:spMkLst>
        </pc:spChg>
        <pc:spChg chg="del mod topLvl">
          <ac:chgData name="석주 이" userId="b6553f64e91d015d" providerId="LiveId" clId="{7E74A06A-B2AA-4EEC-A19D-AA52293F645A}" dt="2026-05-05T00:34:47.564" v="2832" actId="478"/>
          <ac:spMkLst>
            <pc:docMk/>
            <pc:sldMk cId="3466390212" sldId="436"/>
            <ac:spMk id="104" creationId="{CB615A8E-F530-7F9C-6CB7-6DFBF97FD0D5}"/>
          </ac:spMkLst>
        </pc:spChg>
        <pc:grpChg chg="add del mod">
          <ac:chgData name="석주 이" userId="b6553f64e91d015d" providerId="LiveId" clId="{7E74A06A-B2AA-4EEC-A19D-AA52293F645A}" dt="2026-05-04T10:08:03.646" v="240" actId="165"/>
          <ac:grpSpMkLst>
            <pc:docMk/>
            <pc:sldMk cId="3466390212" sldId="436"/>
            <ac:grpSpMk id="5" creationId="{3648643A-C21C-7FB8-780B-DF984DFFCCA7}"/>
          </ac:grpSpMkLst>
        </pc:grpChg>
        <pc:grpChg chg="mod">
          <ac:chgData name="석주 이" userId="b6553f64e91d015d" providerId="LiveId" clId="{7E74A06A-B2AA-4EEC-A19D-AA52293F645A}" dt="2026-05-05T01:40:06.867" v="4841" actId="14100"/>
          <ac:grpSpMkLst>
            <pc:docMk/>
            <pc:sldMk cId="3466390212" sldId="436"/>
            <ac:grpSpMk id="11" creationId="{4B2144CA-3C35-2EC8-90AE-1EF6C9F6768C}"/>
          </ac:grpSpMkLst>
        </pc:grpChg>
        <pc:grpChg chg="mod">
          <ac:chgData name="석주 이" userId="b6553f64e91d015d" providerId="LiveId" clId="{7E74A06A-B2AA-4EEC-A19D-AA52293F645A}" dt="2026-05-05T01:41:43.253" v="4845" actId="14100"/>
          <ac:grpSpMkLst>
            <pc:docMk/>
            <pc:sldMk cId="3466390212" sldId="436"/>
            <ac:grpSpMk id="12" creationId="{88383B14-4F08-4AE7-14FA-822CFC052697}"/>
          </ac:grpSpMkLst>
        </pc:grpChg>
      </pc:sldChg>
      <pc:sldChg chg="modSp add del mod">
        <pc:chgData name="석주 이" userId="b6553f64e91d015d" providerId="LiveId" clId="{7E74A06A-B2AA-4EEC-A19D-AA52293F645A}" dt="2026-05-05T10:12:57.290" v="23463" actId="47"/>
        <pc:sldMkLst>
          <pc:docMk/>
          <pc:sldMk cId="548691136" sldId="437"/>
        </pc:sldMkLst>
        <pc:spChg chg="mod">
          <ac:chgData name="석주 이" userId="b6553f64e91d015d" providerId="LiveId" clId="{7E74A06A-B2AA-4EEC-A19D-AA52293F645A}" dt="2026-05-05T04:48:34.974" v="8979" actId="20577"/>
          <ac:spMkLst>
            <pc:docMk/>
            <pc:sldMk cId="548691136" sldId="437"/>
            <ac:spMk id="23" creationId="{DE3CE1A8-25F1-3645-9C9B-0B82007D4236}"/>
          </ac:spMkLst>
        </pc:spChg>
      </pc:sldChg>
      <pc:sldChg chg="addSp delSp modSp add del mod ord">
        <pc:chgData name="석주 이" userId="b6553f64e91d015d" providerId="LiveId" clId="{7E74A06A-B2AA-4EEC-A19D-AA52293F645A}" dt="2026-05-05T03:55:03.526" v="7216" actId="47"/>
        <pc:sldMkLst>
          <pc:docMk/>
          <pc:sldMk cId="3294954924" sldId="438"/>
        </pc:sldMkLst>
        <pc:spChg chg="add mod">
          <ac:chgData name="석주 이" userId="b6553f64e91d015d" providerId="LiveId" clId="{7E74A06A-B2AA-4EEC-A19D-AA52293F645A}" dt="2026-05-05T03:23:03.874" v="4945" actId="20577"/>
          <ac:spMkLst>
            <pc:docMk/>
            <pc:sldMk cId="3294954924" sldId="438"/>
            <ac:spMk id="2" creationId="{66FC9655-1216-86CA-BF48-989BACD0B5D1}"/>
          </ac:spMkLst>
        </pc:spChg>
        <pc:spChg chg="mod">
          <ac:chgData name="석주 이" userId="b6553f64e91d015d" providerId="LiveId" clId="{7E74A06A-B2AA-4EEC-A19D-AA52293F645A}" dt="2026-05-05T03:39:55.288" v="5956" actId="20577"/>
          <ac:spMkLst>
            <pc:docMk/>
            <pc:sldMk cId="3294954924" sldId="438"/>
            <ac:spMk id="3" creationId="{5C3E8EBA-4F1E-16FD-67AD-3AE0AC0C5399}"/>
          </ac:spMkLst>
        </pc:spChg>
        <pc:spChg chg="add mod">
          <ac:chgData name="석주 이" userId="b6553f64e91d015d" providerId="LiveId" clId="{7E74A06A-B2AA-4EEC-A19D-AA52293F645A}" dt="2026-05-05T03:48:18.435" v="6637" actId="20577"/>
          <ac:spMkLst>
            <pc:docMk/>
            <pc:sldMk cId="3294954924" sldId="438"/>
            <ac:spMk id="4" creationId="{7C588503-FEAC-8168-7284-10824ED21485}"/>
          </ac:spMkLst>
        </pc:spChg>
        <pc:spChg chg="mod">
          <ac:chgData name="석주 이" userId="b6553f64e91d015d" providerId="LiveId" clId="{7E74A06A-B2AA-4EEC-A19D-AA52293F645A}" dt="2026-05-05T03:39:46.623" v="5913" actId="20577"/>
          <ac:spMkLst>
            <pc:docMk/>
            <pc:sldMk cId="3294954924" sldId="438"/>
            <ac:spMk id="7" creationId="{6FE6CA18-8D7A-1E4F-A6A9-253C78A8AB79}"/>
          </ac:spMkLst>
        </pc:spChg>
        <pc:spChg chg="add mod topLvl">
          <ac:chgData name="석주 이" userId="b6553f64e91d015d" providerId="LiveId" clId="{7E74A06A-B2AA-4EEC-A19D-AA52293F645A}" dt="2026-05-05T03:49:23.357" v="6662" actId="14100"/>
          <ac:spMkLst>
            <pc:docMk/>
            <pc:sldMk cId="3294954924" sldId="438"/>
            <ac:spMk id="8" creationId="{A54C86DC-B428-35C9-7B65-82C674A88ADE}"/>
          </ac:spMkLst>
        </pc:spChg>
        <pc:spChg chg="add mod">
          <ac:chgData name="석주 이" userId="b6553f64e91d015d" providerId="LiveId" clId="{7E74A06A-B2AA-4EEC-A19D-AA52293F645A}" dt="2026-05-05T03:49:41.553" v="6666" actId="20577"/>
          <ac:spMkLst>
            <pc:docMk/>
            <pc:sldMk cId="3294954924" sldId="438"/>
            <ac:spMk id="9" creationId="{914E03D9-2D54-A4DC-933B-AD102959BED3}"/>
          </ac:spMkLst>
        </pc:spChg>
        <pc:spChg chg="add mod">
          <ac:chgData name="석주 이" userId="b6553f64e91d015d" providerId="LiveId" clId="{7E74A06A-B2AA-4EEC-A19D-AA52293F645A}" dt="2026-05-05T03:49:15.161" v="6660" actId="165"/>
          <ac:spMkLst>
            <pc:docMk/>
            <pc:sldMk cId="3294954924" sldId="438"/>
            <ac:spMk id="10" creationId="{301C5954-2A17-12A9-7639-151421BF32E1}"/>
          </ac:spMkLst>
        </pc:spChg>
        <pc:spChg chg="add mod">
          <ac:chgData name="석주 이" userId="b6553f64e91d015d" providerId="LiveId" clId="{7E74A06A-B2AA-4EEC-A19D-AA52293F645A}" dt="2026-05-05T03:49:44.677" v="6667" actId="20577"/>
          <ac:spMkLst>
            <pc:docMk/>
            <pc:sldMk cId="3294954924" sldId="438"/>
            <ac:spMk id="11" creationId="{8478DF36-6F41-BAE7-34CA-60A36F3DD11B}"/>
          </ac:spMkLst>
        </pc:spChg>
        <pc:spChg chg="mod ord topLvl">
          <ac:chgData name="석주 이" userId="b6553f64e91d015d" providerId="LiveId" clId="{7E74A06A-B2AA-4EEC-A19D-AA52293F645A}" dt="2026-05-05T03:50:04.054" v="6677" actId="3064"/>
          <ac:spMkLst>
            <pc:docMk/>
            <pc:sldMk cId="3294954924" sldId="438"/>
            <ac:spMk id="14" creationId="{28156FC9-8FBA-4975-A524-6B022E43D885}"/>
          </ac:spMkLst>
        </pc:spChg>
        <pc:spChg chg="mod ord topLvl">
          <ac:chgData name="석주 이" userId="b6553f64e91d015d" providerId="LiveId" clId="{7E74A06A-B2AA-4EEC-A19D-AA52293F645A}" dt="2026-05-05T03:50:18.474" v="6683" actId="6549"/>
          <ac:spMkLst>
            <pc:docMk/>
            <pc:sldMk cId="3294954924" sldId="438"/>
            <ac:spMk id="15" creationId="{4528F247-C767-DB0F-BD1D-469ECC97F747}"/>
          </ac:spMkLst>
        </pc:spChg>
        <pc:spChg chg="mod ord topLvl">
          <ac:chgData name="석주 이" userId="b6553f64e91d015d" providerId="LiveId" clId="{7E74A06A-B2AA-4EEC-A19D-AA52293F645A}" dt="2026-05-05T03:50:04.054" v="6677" actId="3064"/>
          <ac:spMkLst>
            <pc:docMk/>
            <pc:sldMk cId="3294954924" sldId="438"/>
            <ac:spMk id="16" creationId="{91D4001B-A63C-8976-1F6F-9F6E391ED613}"/>
          </ac:spMkLst>
        </pc:spChg>
        <pc:spChg chg="add mod topLvl">
          <ac:chgData name="석주 이" userId="b6553f64e91d015d" providerId="LiveId" clId="{7E74A06A-B2AA-4EEC-A19D-AA52293F645A}" dt="2026-05-05T03:49:23.357" v="6662" actId="14100"/>
          <ac:spMkLst>
            <pc:docMk/>
            <pc:sldMk cId="3294954924" sldId="438"/>
            <ac:spMk id="17" creationId="{F7CD4872-B79F-498C-4589-68367C2966C7}"/>
          </ac:spMkLst>
        </pc:spChg>
        <pc:spChg chg="add mod topLvl">
          <ac:chgData name="석주 이" userId="b6553f64e91d015d" providerId="LiveId" clId="{7E74A06A-B2AA-4EEC-A19D-AA52293F645A}" dt="2026-05-05T03:49:37.817" v="6665" actId="14100"/>
          <ac:spMkLst>
            <pc:docMk/>
            <pc:sldMk cId="3294954924" sldId="438"/>
            <ac:spMk id="18" creationId="{6AFB8EE3-C42B-0F99-18E5-2B69CC6C9959}"/>
          </ac:spMkLst>
        </pc:spChg>
        <pc:spChg chg="add mod">
          <ac:chgData name="석주 이" userId="b6553f64e91d015d" providerId="LiveId" clId="{7E74A06A-B2AA-4EEC-A19D-AA52293F645A}" dt="2026-05-05T03:48:44.881" v="6641" actId="1076"/>
          <ac:spMkLst>
            <pc:docMk/>
            <pc:sldMk cId="3294954924" sldId="438"/>
            <ac:spMk id="19" creationId="{649581CA-42EE-5BB8-BF7B-ABDF542028FC}"/>
          </ac:spMkLst>
        </pc:spChg>
        <pc:spChg chg="add mod">
          <ac:chgData name="석주 이" userId="b6553f64e91d015d" providerId="LiveId" clId="{7E74A06A-B2AA-4EEC-A19D-AA52293F645A}" dt="2026-05-05T03:48:44.881" v="6641" actId="1076"/>
          <ac:spMkLst>
            <pc:docMk/>
            <pc:sldMk cId="3294954924" sldId="438"/>
            <ac:spMk id="20" creationId="{B366EF6A-E2E5-1B25-1527-E345DCB7C742}"/>
          </ac:spMkLst>
        </pc:spChg>
        <pc:grpChg chg="add mod">
          <ac:chgData name="석주 이" userId="b6553f64e91d015d" providerId="LiveId" clId="{7E74A06A-B2AA-4EEC-A19D-AA52293F645A}" dt="2026-05-05T03:49:30.979" v="6663" actId="1076"/>
          <ac:grpSpMkLst>
            <pc:docMk/>
            <pc:sldMk cId="3294954924" sldId="438"/>
            <ac:grpSpMk id="12" creationId="{D4F70D18-22B2-F88C-243C-D64BD45E9730}"/>
          </ac:grpSpMkLst>
        </pc:grpChg>
        <pc:grpChg chg="add del mod">
          <ac:chgData name="석주 이" userId="b6553f64e91d015d" providerId="LiveId" clId="{7E74A06A-B2AA-4EEC-A19D-AA52293F645A}" dt="2026-05-05T03:33:11.544" v="5377" actId="165"/>
          <ac:grpSpMkLst>
            <pc:docMk/>
            <pc:sldMk cId="3294954924" sldId="438"/>
            <ac:grpSpMk id="13" creationId="{3D3B474F-03D9-E05C-0F90-5FF25B0A91CA}"/>
          </ac:grpSpMkLst>
        </pc:grpChg>
        <pc:grpChg chg="add del mod">
          <ac:chgData name="석주 이" userId="b6553f64e91d015d" providerId="LiveId" clId="{7E74A06A-B2AA-4EEC-A19D-AA52293F645A}" dt="2026-05-05T03:49:15.161" v="6660" actId="165"/>
          <ac:grpSpMkLst>
            <pc:docMk/>
            <pc:sldMk cId="3294954924" sldId="438"/>
            <ac:grpSpMk id="21" creationId="{B5A2E00F-17B3-93E1-A1E8-9EF4C38A6D1D}"/>
          </ac:grpSpMkLst>
        </pc:grpChg>
        <pc:cxnChg chg="add mod">
          <ac:chgData name="석주 이" userId="b6553f64e91d015d" providerId="LiveId" clId="{7E74A06A-B2AA-4EEC-A19D-AA52293F645A}" dt="2026-05-05T01:25:26.210" v="4013"/>
          <ac:cxnSpMkLst>
            <pc:docMk/>
            <pc:sldMk cId="3294954924" sldId="438"/>
            <ac:cxnSpMk id="5" creationId="{A1D440CA-BD81-F999-7211-C5EF05A67674}"/>
          </ac:cxnSpMkLst>
        </pc:cxnChg>
      </pc:sldChg>
      <pc:sldChg chg="addSp delSp modSp add mod">
        <pc:chgData name="석주 이" userId="b6553f64e91d015d" providerId="LiveId" clId="{7E74A06A-B2AA-4EEC-A19D-AA52293F645A}" dt="2026-05-05T10:59:49.228" v="25478" actId="108"/>
        <pc:sldMkLst>
          <pc:docMk/>
          <pc:sldMk cId="1404614600" sldId="439"/>
        </pc:sldMkLst>
        <pc:spChg chg="add mod">
          <ac:chgData name="석주 이" userId="b6553f64e91d015d" providerId="LiveId" clId="{7E74A06A-B2AA-4EEC-A19D-AA52293F645A}" dt="2026-05-05T10:59:49.228" v="25478" actId="108"/>
          <ac:spMkLst>
            <pc:docMk/>
            <pc:sldMk cId="1404614600" sldId="439"/>
            <ac:spMk id="5" creationId="{C269EFFC-0626-A61F-AB58-20B88D3FC076}"/>
          </ac:spMkLst>
        </pc:spChg>
        <pc:spChg chg="add mod">
          <ac:chgData name="석주 이" userId="b6553f64e91d015d" providerId="LiveId" clId="{7E74A06A-B2AA-4EEC-A19D-AA52293F645A}" dt="2026-05-05T05:10:47.198" v="10166" actId="255"/>
          <ac:spMkLst>
            <pc:docMk/>
            <pc:sldMk cId="1404614600" sldId="439"/>
            <ac:spMk id="10" creationId="{86D5EE28-7788-B65D-BBDF-64462BA41983}"/>
          </ac:spMkLst>
        </pc:spChg>
        <pc:spChg chg="add mod">
          <ac:chgData name="석주 이" userId="b6553f64e91d015d" providerId="LiveId" clId="{7E74A06A-B2AA-4EEC-A19D-AA52293F645A}" dt="2026-05-05T05:17:24.868" v="10632" actId="1076"/>
          <ac:spMkLst>
            <pc:docMk/>
            <pc:sldMk cId="1404614600" sldId="439"/>
            <ac:spMk id="11" creationId="{1B8AF556-4A1D-FB51-2FEF-59063216D155}"/>
          </ac:spMkLst>
        </pc:spChg>
        <pc:spChg chg="add mod">
          <ac:chgData name="석주 이" userId="b6553f64e91d015d" providerId="LiveId" clId="{7E74A06A-B2AA-4EEC-A19D-AA52293F645A}" dt="2026-05-05T05:09:15.022" v="9947" actId="113"/>
          <ac:spMkLst>
            <pc:docMk/>
            <pc:sldMk cId="1404614600" sldId="439"/>
            <ac:spMk id="12" creationId="{24B1290E-1E8D-41BF-E9F1-679D615BC8B2}"/>
          </ac:spMkLst>
        </pc:spChg>
        <pc:spChg chg="add mod">
          <ac:chgData name="석주 이" userId="b6553f64e91d015d" providerId="LiveId" clId="{7E74A06A-B2AA-4EEC-A19D-AA52293F645A}" dt="2026-05-05T05:17:24.868" v="10632" actId="1076"/>
          <ac:spMkLst>
            <pc:docMk/>
            <pc:sldMk cId="1404614600" sldId="439"/>
            <ac:spMk id="13" creationId="{0C666AF0-BF2A-732B-238C-F57CE2DA2195}"/>
          </ac:spMkLst>
        </pc:spChg>
        <pc:spChg chg="add del">
          <ac:chgData name="석주 이" userId="b6553f64e91d015d" providerId="LiveId" clId="{7E74A06A-B2AA-4EEC-A19D-AA52293F645A}" dt="2026-05-05T05:11:56.023" v="10177" actId="22"/>
          <ac:spMkLst>
            <pc:docMk/>
            <pc:sldMk cId="1404614600" sldId="439"/>
            <ac:spMk id="15" creationId="{B7013F3B-D5B2-7551-AB2C-FE4F9F3BEECF}"/>
          </ac:spMkLst>
        </pc:spChg>
        <pc:spChg chg="add del">
          <ac:chgData name="석주 이" userId="b6553f64e91d015d" providerId="LiveId" clId="{7E74A06A-B2AA-4EEC-A19D-AA52293F645A}" dt="2026-05-05T05:12:02.599" v="10179" actId="22"/>
          <ac:spMkLst>
            <pc:docMk/>
            <pc:sldMk cId="1404614600" sldId="439"/>
            <ac:spMk id="17" creationId="{A24106DF-D49A-9723-3307-10A03B60AF31}"/>
          </ac:spMkLst>
        </pc:spChg>
        <pc:spChg chg="add mod">
          <ac:chgData name="석주 이" userId="b6553f64e91d015d" providerId="LiveId" clId="{7E74A06A-B2AA-4EEC-A19D-AA52293F645A}" dt="2026-05-05T05:12:16.772" v="10183" actId="571"/>
          <ac:spMkLst>
            <pc:docMk/>
            <pc:sldMk cId="1404614600" sldId="439"/>
            <ac:spMk id="18" creationId="{98C10C32-E56A-D85F-D7AB-DBAE092E2B37}"/>
          </ac:spMkLst>
        </pc:spChg>
        <pc:spChg chg="add mod">
          <ac:chgData name="석주 이" userId="b6553f64e91d015d" providerId="LiveId" clId="{7E74A06A-B2AA-4EEC-A19D-AA52293F645A}" dt="2026-05-05T05:12:18.163" v="10184"/>
          <ac:spMkLst>
            <pc:docMk/>
            <pc:sldMk cId="1404614600" sldId="439"/>
            <ac:spMk id="19" creationId="{FEA6ABD4-ED47-8141-7A7B-7AE4EA917367}"/>
          </ac:spMkLst>
        </pc:spChg>
        <pc:spChg chg="add mod">
          <ac:chgData name="석주 이" userId="b6553f64e91d015d" providerId="LiveId" clId="{7E74A06A-B2AA-4EEC-A19D-AA52293F645A}" dt="2026-05-05T05:34:07.666" v="10787" actId="20577"/>
          <ac:spMkLst>
            <pc:docMk/>
            <pc:sldMk cId="1404614600" sldId="439"/>
            <ac:spMk id="20" creationId="{F0B12E15-A7CD-281B-FBA6-4A5587A78B85}"/>
          </ac:spMkLst>
        </pc:spChg>
        <pc:spChg chg="add mod">
          <ac:chgData name="석주 이" userId="b6553f64e91d015d" providerId="LiveId" clId="{7E74A06A-B2AA-4EEC-A19D-AA52293F645A}" dt="2026-05-05T05:33:48.588" v="10718" actId="20577"/>
          <ac:spMkLst>
            <pc:docMk/>
            <pc:sldMk cId="1404614600" sldId="439"/>
            <ac:spMk id="22" creationId="{2B824021-54C7-1388-07CA-58ACEE0228E0}"/>
          </ac:spMkLst>
        </pc:spChg>
        <pc:spChg chg="add del mod">
          <ac:chgData name="석주 이" userId="b6553f64e91d015d" providerId="LiveId" clId="{7E74A06A-B2AA-4EEC-A19D-AA52293F645A}" dt="2026-05-05T05:13:12.674" v="10284" actId="21"/>
          <ac:spMkLst>
            <pc:docMk/>
            <pc:sldMk cId="1404614600" sldId="439"/>
            <ac:spMk id="24" creationId="{1C942DDD-2761-CFA3-B680-E9404ECA53BA}"/>
          </ac:spMkLst>
        </pc:spChg>
        <pc:spChg chg="add del mod">
          <ac:chgData name="석주 이" userId="b6553f64e91d015d" providerId="LiveId" clId="{7E74A06A-B2AA-4EEC-A19D-AA52293F645A}" dt="2026-05-05T05:13:12.674" v="10284" actId="21"/>
          <ac:spMkLst>
            <pc:docMk/>
            <pc:sldMk cId="1404614600" sldId="439"/>
            <ac:spMk id="26" creationId="{6E9C46EE-2B63-A301-0C03-7B663BC50EDD}"/>
          </ac:spMkLst>
        </pc:spChg>
        <pc:spChg chg="add del mod">
          <ac:chgData name="석주 이" userId="b6553f64e91d015d" providerId="LiveId" clId="{7E74A06A-B2AA-4EEC-A19D-AA52293F645A}" dt="2026-05-05T05:13:12.674" v="10284" actId="21"/>
          <ac:spMkLst>
            <pc:docMk/>
            <pc:sldMk cId="1404614600" sldId="439"/>
            <ac:spMk id="29" creationId="{BCC18AD2-BB06-DC1A-4590-2A891AA7AA96}"/>
          </ac:spMkLst>
        </pc:spChg>
        <pc:spChg chg="add del mod">
          <ac:chgData name="석주 이" userId="b6553f64e91d015d" providerId="LiveId" clId="{7E74A06A-B2AA-4EEC-A19D-AA52293F645A}" dt="2026-05-05T05:13:12.674" v="10284" actId="21"/>
          <ac:spMkLst>
            <pc:docMk/>
            <pc:sldMk cId="1404614600" sldId="439"/>
            <ac:spMk id="31" creationId="{5EDF435A-B073-E77F-F3E1-5D519CAFF492}"/>
          </ac:spMkLst>
        </pc:spChg>
        <pc:spChg chg="add del mod">
          <ac:chgData name="석주 이" userId="b6553f64e91d015d" providerId="LiveId" clId="{7E74A06A-B2AA-4EEC-A19D-AA52293F645A}" dt="2026-05-05T05:13:12.674" v="10284" actId="21"/>
          <ac:spMkLst>
            <pc:docMk/>
            <pc:sldMk cId="1404614600" sldId="439"/>
            <ac:spMk id="33" creationId="{821DE640-EE44-C546-F565-CBFC2666AF1D}"/>
          </ac:spMkLst>
        </pc:spChg>
        <pc:spChg chg="add del mod">
          <ac:chgData name="석주 이" userId="b6553f64e91d015d" providerId="LiveId" clId="{7E74A06A-B2AA-4EEC-A19D-AA52293F645A}" dt="2026-05-05T05:13:12.674" v="10284" actId="21"/>
          <ac:spMkLst>
            <pc:docMk/>
            <pc:sldMk cId="1404614600" sldId="439"/>
            <ac:spMk id="34" creationId="{380EFCF1-1707-A5B9-5FE2-16BA22008E93}"/>
          </ac:spMkLst>
        </pc:spChg>
        <pc:spChg chg="add del mod">
          <ac:chgData name="석주 이" userId="b6553f64e91d015d" providerId="LiveId" clId="{7E74A06A-B2AA-4EEC-A19D-AA52293F645A}" dt="2026-05-05T05:13:12.674" v="10284" actId="21"/>
          <ac:spMkLst>
            <pc:docMk/>
            <pc:sldMk cId="1404614600" sldId="439"/>
            <ac:spMk id="38" creationId="{603EB90C-A423-8D28-9A72-C6E64E9A6B7D}"/>
          </ac:spMkLst>
        </pc:spChg>
        <pc:spChg chg="add del mod">
          <ac:chgData name="석주 이" userId="b6553f64e91d015d" providerId="LiveId" clId="{7E74A06A-B2AA-4EEC-A19D-AA52293F645A}" dt="2026-05-05T05:13:12.674" v="10284" actId="21"/>
          <ac:spMkLst>
            <pc:docMk/>
            <pc:sldMk cId="1404614600" sldId="439"/>
            <ac:spMk id="39" creationId="{DCE878AB-FA9E-C13F-D8A1-F804CA0A14F9}"/>
          </ac:spMkLst>
        </pc:spChg>
        <pc:spChg chg="add del mod">
          <ac:chgData name="석주 이" userId="b6553f64e91d015d" providerId="LiveId" clId="{7E74A06A-B2AA-4EEC-A19D-AA52293F645A}" dt="2026-05-05T05:13:12.674" v="10284" actId="21"/>
          <ac:spMkLst>
            <pc:docMk/>
            <pc:sldMk cId="1404614600" sldId="439"/>
            <ac:spMk id="48" creationId="{A9460132-18CC-0165-252F-A79C3A796767}"/>
          </ac:spMkLst>
        </pc:spChg>
        <pc:spChg chg="add del mod">
          <ac:chgData name="석주 이" userId="b6553f64e91d015d" providerId="LiveId" clId="{7E74A06A-B2AA-4EEC-A19D-AA52293F645A}" dt="2026-05-05T05:13:12.674" v="10284" actId="21"/>
          <ac:spMkLst>
            <pc:docMk/>
            <pc:sldMk cId="1404614600" sldId="439"/>
            <ac:spMk id="51" creationId="{BA4049E2-FDE7-64CB-A498-43ECD1C09EE4}"/>
          </ac:spMkLst>
        </pc:spChg>
        <pc:spChg chg="add mod">
          <ac:chgData name="석주 이" userId="b6553f64e91d015d" providerId="LiveId" clId="{7E74A06A-B2AA-4EEC-A19D-AA52293F645A}" dt="2026-05-05T05:21:26.500" v="10635"/>
          <ac:spMkLst>
            <pc:docMk/>
            <pc:sldMk cId="1404614600" sldId="439"/>
            <ac:spMk id="53" creationId="{6D68A319-7D56-2D63-3517-35A4C72E15D4}"/>
          </ac:spMkLst>
        </pc:spChg>
        <pc:spChg chg="add mod">
          <ac:chgData name="석주 이" userId="b6553f64e91d015d" providerId="LiveId" clId="{7E74A06A-B2AA-4EEC-A19D-AA52293F645A}" dt="2026-05-05T05:21:26.500" v="10635"/>
          <ac:spMkLst>
            <pc:docMk/>
            <pc:sldMk cId="1404614600" sldId="439"/>
            <ac:spMk id="54" creationId="{CA596C71-649D-1232-0748-85882CEAD028}"/>
          </ac:spMkLst>
        </pc:spChg>
        <pc:spChg chg="add mod">
          <ac:chgData name="석주 이" userId="b6553f64e91d015d" providerId="LiveId" clId="{7E74A06A-B2AA-4EEC-A19D-AA52293F645A}" dt="2026-05-05T05:21:26.500" v="10635"/>
          <ac:spMkLst>
            <pc:docMk/>
            <pc:sldMk cId="1404614600" sldId="439"/>
            <ac:spMk id="55" creationId="{5E93F9B6-729A-8662-92F9-AEBA2D348556}"/>
          </ac:spMkLst>
        </pc:spChg>
        <pc:spChg chg="add mod">
          <ac:chgData name="석주 이" userId="b6553f64e91d015d" providerId="LiveId" clId="{7E74A06A-B2AA-4EEC-A19D-AA52293F645A}" dt="2026-05-05T05:21:26.500" v="10635"/>
          <ac:spMkLst>
            <pc:docMk/>
            <pc:sldMk cId="1404614600" sldId="439"/>
            <ac:spMk id="56" creationId="{57B4B328-BF2F-18B8-ED90-736E541B8F5A}"/>
          </ac:spMkLst>
        </pc:spChg>
        <pc:spChg chg="add mod">
          <ac:chgData name="석주 이" userId="b6553f64e91d015d" providerId="LiveId" clId="{7E74A06A-B2AA-4EEC-A19D-AA52293F645A}" dt="2026-05-05T05:21:26.500" v="10635"/>
          <ac:spMkLst>
            <pc:docMk/>
            <pc:sldMk cId="1404614600" sldId="439"/>
            <ac:spMk id="58" creationId="{DC45DF8A-D465-F987-7D88-A928BD9AB018}"/>
          </ac:spMkLst>
        </pc:spChg>
        <pc:spChg chg="add mod">
          <ac:chgData name="석주 이" userId="b6553f64e91d015d" providerId="LiveId" clId="{7E74A06A-B2AA-4EEC-A19D-AA52293F645A}" dt="2026-05-05T05:21:26.500" v="10635"/>
          <ac:spMkLst>
            <pc:docMk/>
            <pc:sldMk cId="1404614600" sldId="439"/>
            <ac:spMk id="60" creationId="{0ECE43F5-206C-1FA0-6BFC-78EB23B02E30}"/>
          </ac:spMkLst>
        </pc:spChg>
        <pc:spChg chg="add mod">
          <ac:chgData name="석주 이" userId="b6553f64e91d015d" providerId="LiveId" clId="{7E74A06A-B2AA-4EEC-A19D-AA52293F645A}" dt="2026-05-05T05:21:26.500" v="10635"/>
          <ac:spMkLst>
            <pc:docMk/>
            <pc:sldMk cId="1404614600" sldId="439"/>
            <ac:spMk id="61" creationId="{4046C75D-BD1E-3E7D-1AC4-C882EBAA7AB8}"/>
          </ac:spMkLst>
        </pc:spChg>
        <pc:spChg chg="add mod">
          <ac:chgData name="석주 이" userId="b6553f64e91d015d" providerId="LiveId" clId="{7E74A06A-B2AA-4EEC-A19D-AA52293F645A}" dt="2026-05-05T05:21:26.500" v="10635"/>
          <ac:spMkLst>
            <pc:docMk/>
            <pc:sldMk cId="1404614600" sldId="439"/>
            <ac:spMk id="62" creationId="{33313ACA-A7CC-469E-B80F-63926CC8D775}"/>
          </ac:spMkLst>
        </pc:spChg>
        <pc:spChg chg="add mod">
          <ac:chgData name="석주 이" userId="b6553f64e91d015d" providerId="LiveId" clId="{7E74A06A-B2AA-4EEC-A19D-AA52293F645A}" dt="2026-05-05T05:21:26.500" v="10635"/>
          <ac:spMkLst>
            <pc:docMk/>
            <pc:sldMk cId="1404614600" sldId="439"/>
            <ac:spMk id="63" creationId="{A39145DD-1D05-8204-5F76-76636B2DF641}"/>
          </ac:spMkLst>
        </pc:spChg>
        <pc:spChg chg="add mod">
          <ac:chgData name="석주 이" userId="b6553f64e91d015d" providerId="LiveId" clId="{7E74A06A-B2AA-4EEC-A19D-AA52293F645A}" dt="2026-05-05T05:21:26.500" v="10635"/>
          <ac:spMkLst>
            <pc:docMk/>
            <pc:sldMk cId="1404614600" sldId="439"/>
            <ac:spMk id="67" creationId="{73DEBC41-5718-49E7-1D3B-57E2819D353B}"/>
          </ac:spMkLst>
        </pc:spChg>
        <pc:spChg chg="add mod">
          <ac:chgData name="석주 이" userId="b6553f64e91d015d" providerId="LiveId" clId="{7E74A06A-B2AA-4EEC-A19D-AA52293F645A}" dt="2026-05-05T05:21:29.538" v="10636"/>
          <ac:spMkLst>
            <pc:docMk/>
            <pc:sldMk cId="1404614600" sldId="439"/>
            <ac:spMk id="68" creationId="{55B42E61-C44B-7C86-3EA2-285FC7BCF867}"/>
          </ac:spMkLst>
        </pc:spChg>
        <pc:spChg chg="add mod">
          <ac:chgData name="석주 이" userId="b6553f64e91d015d" providerId="LiveId" clId="{7E74A06A-B2AA-4EEC-A19D-AA52293F645A}" dt="2026-05-05T05:21:29.538" v="10636"/>
          <ac:spMkLst>
            <pc:docMk/>
            <pc:sldMk cId="1404614600" sldId="439"/>
            <ac:spMk id="70" creationId="{D47CAF0B-E165-54C6-3215-D37115D2E3A8}"/>
          </ac:spMkLst>
        </pc:spChg>
        <pc:spChg chg="add mod">
          <ac:chgData name="석주 이" userId="b6553f64e91d015d" providerId="LiveId" clId="{7E74A06A-B2AA-4EEC-A19D-AA52293F645A}" dt="2026-05-05T05:21:29.538" v="10636"/>
          <ac:spMkLst>
            <pc:docMk/>
            <pc:sldMk cId="1404614600" sldId="439"/>
            <ac:spMk id="71" creationId="{428F47DE-5F22-94C8-2171-D75FD1928E50}"/>
          </ac:spMkLst>
        </pc:spChg>
        <pc:spChg chg="add mod">
          <ac:chgData name="석주 이" userId="b6553f64e91d015d" providerId="LiveId" clId="{7E74A06A-B2AA-4EEC-A19D-AA52293F645A}" dt="2026-05-05T05:21:29.538" v="10636"/>
          <ac:spMkLst>
            <pc:docMk/>
            <pc:sldMk cId="1404614600" sldId="439"/>
            <ac:spMk id="74" creationId="{4EA99633-7C38-F21A-613F-DAEBA10DC54E}"/>
          </ac:spMkLst>
        </pc:spChg>
        <pc:spChg chg="add mod">
          <ac:chgData name="석주 이" userId="b6553f64e91d015d" providerId="LiveId" clId="{7E74A06A-B2AA-4EEC-A19D-AA52293F645A}" dt="2026-05-05T05:21:29.538" v="10636"/>
          <ac:spMkLst>
            <pc:docMk/>
            <pc:sldMk cId="1404614600" sldId="439"/>
            <ac:spMk id="75" creationId="{4C42D4AB-234F-591A-0E53-7749EE765E43}"/>
          </ac:spMkLst>
        </pc:spChg>
        <pc:spChg chg="add mod">
          <ac:chgData name="석주 이" userId="b6553f64e91d015d" providerId="LiveId" clId="{7E74A06A-B2AA-4EEC-A19D-AA52293F645A}" dt="2026-05-05T05:21:29.538" v="10636"/>
          <ac:spMkLst>
            <pc:docMk/>
            <pc:sldMk cId="1404614600" sldId="439"/>
            <ac:spMk id="76" creationId="{4CC66006-CA0B-F8F9-216D-F0C872D50FD6}"/>
          </ac:spMkLst>
        </pc:spChg>
        <pc:spChg chg="add mod">
          <ac:chgData name="석주 이" userId="b6553f64e91d015d" providerId="LiveId" clId="{7E74A06A-B2AA-4EEC-A19D-AA52293F645A}" dt="2026-05-05T05:21:29.538" v="10636"/>
          <ac:spMkLst>
            <pc:docMk/>
            <pc:sldMk cId="1404614600" sldId="439"/>
            <ac:spMk id="77" creationId="{5B33138B-72F4-DD50-5D69-3A9786A27B01}"/>
          </ac:spMkLst>
        </pc:spChg>
        <pc:spChg chg="add mod">
          <ac:chgData name="석주 이" userId="b6553f64e91d015d" providerId="LiveId" clId="{7E74A06A-B2AA-4EEC-A19D-AA52293F645A}" dt="2026-05-05T05:21:29.538" v="10636"/>
          <ac:spMkLst>
            <pc:docMk/>
            <pc:sldMk cId="1404614600" sldId="439"/>
            <ac:spMk id="78" creationId="{D25A922E-BFC5-D42A-8423-986A1714CEA8}"/>
          </ac:spMkLst>
        </pc:spChg>
        <pc:spChg chg="add mod">
          <ac:chgData name="석주 이" userId="b6553f64e91d015d" providerId="LiveId" clId="{7E74A06A-B2AA-4EEC-A19D-AA52293F645A}" dt="2026-05-05T05:21:29.538" v="10636"/>
          <ac:spMkLst>
            <pc:docMk/>
            <pc:sldMk cId="1404614600" sldId="439"/>
            <ac:spMk id="80" creationId="{18B3DB6B-CFDE-7911-0293-B42105B17BFB}"/>
          </ac:spMkLst>
        </pc:spChg>
        <pc:spChg chg="add mod">
          <ac:chgData name="석주 이" userId="b6553f64e91d015d" providerId="LiveId" clId="{7E74A06A-B2AA-4EEC-A19D-AA52293F645A}" dt="2026-05-05T05:21:29.538" v="10636"/>
          <ac:spMkLst>
            <pc:docMk/>
            <pc:sldMk cId="1404614600" sldId="439"/>
            <ac:spMk id="82" creationId="{E0E57A97-7A9C-F6C5-1CF0-79505E662A4C}"/>
          </ac:spMkLst>
        </pc:spChg>
        <pc:spChg chg="add mod">
          <ac:chgData name="석주 이" userId="b6553f64e91d015d" providerId="LiveId" clId="{7E74A06A-B2AA-4EEC-A19D-AA52293F645A}" dt="2026-05-05T05:21:39.827" v="10637"/>
          <ac:spMkLst>
            <pc:docMk/>
            <pc:sldMk cId="1404614600" sldId="439"/>
            <ac:spMk id="83" creationId="{89D607FB-DE6C-F977-D4A7-C55C850CFC4E}"/>
          </ac:spMkLst>
        </pc:spChg>
        <pc:spChg chg="add mod">
          <ac:chgData name="석주 이" userId="b6553f64e91d015d" providerId="LiveId" clId="{7E74A06A-B2AA-4EEC-A19D-AA52293F645A}" dt="2026-05-05T05:21:39.827" v="10637"/>
          <ac:spMkLst>
            <pc:docMk/>
            <pc:sldMk cId="1404614600" sldId="439"/>
            <ac:spMk id="84" creationId="{CB077C42-DA8E-2343-81E0-44F77199E220}"/>
          </ac:spMkLst>
        </pc:spChg>
        <pc:spChg chg="add mod">
          <ac:chgData name="석주 이" userId="b6553f64e91d015d" providerId="LiveId" clId="{7E74A06A-B2AA-4EEC-A19D-AA52293F645A}" dt="2026-05-05T05:21:39.827" v="10637"/>
          <ac:spMkLst>
            <pc:docMk/>
            <pc:sldMk cId="1404614600" sldId="439"/>
            <ac:spMk id="86" creationId="{2559F078-423C-1EC1-7F17-364FEE3481E1}"/>
          </ac:spMkLst>
        </pc:spChg>
        <pc:spChg chg="add mod">
          <ac:chgData name="석주 이" userId="b6553f64e91d015d" providerId="LiveId" clId="{7E74A06A-B2AA-4EEC-A19D-AA52293F645A}" dt="2026-05-05T05:21:39.827" v="10637"/>
          <ac:spMkLst>
            <pc:docMk/>
            <pc:sldMk cId="1404614600" sldId="439"/>
            <ac:spMk id="87" creationId="{13DA2DF8-91C1-3C50-5108-15DF0669631B}"/>
          </ac:spMkLst>
        </pc:spChg>
        <pc:spChg chg="add mod">
          <ac:chgData name="석주 이" userId="b6553f64e91d015d" providerId="LiveId" clId="{7E74A06A-B2AA-4EEC-A19D-AA52293F645A}" dt="2026-05-05T05:21:39.827" v="10637"/>
          <ac:spMkLst>
            <pc:docMk/>
            <pc:sldMk cId="1404614600" sldId="439"/>
            <ac:spMk id="88" creationId="{BF2AD072-20EC-1D8C-10E4-E61882042FDA}"/>
          </ac:spMkLst>
        </pc:spChg>
        <pc:spChg chg="add mod">
          <ac:chgData name="석주 이" userId="b6553f64e91d015d" providerId="LiveId" clId="{7E74A06A-B2AA-4EEC-A19D-AA52293F645A}" dt="2026-05-05T05:21:39.827" v="10637"/>
          <ac:spMkLst>
            <pc:docMk/>
            <pc:sldMk cId="1404614600" sldId="439"/>
            <ac:spMk id="89" creationId="{07869889-2314-9A92-F06E-0D726DA56FE5}"/>
          </ac:spMkLst>
        </pc:spChg>
        <pc:spChg chg="add mod">
          <ac:chgData name="석주 이" userId="b6553f64e91d015d" providerId="LiveId" clId="{7E74A06A-B2AA-4EEC-A19D-AA52293F645A}" dt="2026-05-05T05:21:39.827" v="10637"/>
          <ac:spMkLst>
            <pc:docMk/>
            <pc:sldMk cId="1404614600" sldId="439"/>
            <ac:spMk id="90" creationId="{AA91D317-D138-4005-F773-56DE1C5CEDCE}"/>
          </ac:spMkLst>
        </pc:spChg>
        <pc:spChg chg="add mod">
          <ac:chgData name="석주 이" userId="b6553f64e91d015d" providerId="LiveId" clId="{7E74A06A-B2AA-4EEC-A19D-AA52293F645A}" dt="2026-05-05T05:21:39.827" v="10637"/>
          <ac:spMkLst>
            <pc:docMk/>
            <pc:sldMk cId="1404614600" sldId="439"/>
            <ac:spMk id="91" creationId="{E03BAB1B-A1E3-ED55-7FFA-F475BE4628D6}"/>
          </ac:spMkLst>
        </pc:spChg>
        <pc:spChg chg="add mod">
          <ac:chgData name="석주 이" userId="b6553f64e91d015d" providerId="LiveId" clId="{7E74A06A-B2AA-4EEC-A19D-AA52293F645A}" dt="2026-05-05T05:21:39.827" v="10637"/>
          <ac:spMkLst>
            <pc:docMk/>
            <pc:sldMk cId="1404614600" sldId="439"/>
            <ac:spMk id="93" creationId="{3F6FC38E-2711-973D-7A1B-7C6C7762E47D}"/>
          </ac:spMkLst>
        </pc:spChg>
        <pc:spChg chg="add mod">
          <ac:chgData name="석주 이" userId="b6553f64e91d015d" providerId="LiveId" clId="{7E74A06A-B2AA-4EEC-A19D-AA52293F645A}" dt="2026-05-05T05:21:39.827" v="10637"/>
          <ac:spMkLst>
            <pc:docMk/>
            <pc:sldMk cId="1404614600" sldId="439"/>
            <ac:spMk id="97" creationId="{F8D1BAB2-83F2-849B-C1C1-0BC0F6D53B40}"/>
          </ac:spMkLst>
        </pc:spChg>
        <pc:spChg chg="add mod">
          <ac:chgData name="석주 이" userId="b6553f64e91d015d" providerId="LiveId" clId="{7E74A06A-B2AA-4EEC-A19D-AA52293F645A}" dt="2026-05-05T05:21:45.838" v="10638"/>
          <ac:spMkLst>
            <pc:docMk/>
            <pc:sldMk cId="1404614600" sldId="439"/>
            <ac:spMk id="98" creationId="{62D5E63A-D00B-91FB-00AA-332F9DC489FC}"/>
          </ac:spMkLst>
        </pc:spChg>
        <pc:spChg chg="add mod">
          <ac:chgData name="석주 이" userId="b6553f64e91d015d" providerId="LiveId" clId="{7E74A06A-B2AA-4EEC-A19D-AA52293F645A}" dt="2026-05-05T05:21:45.838" v="10638"/>
          <ac:spMkLst>
            <pc:docMk/>
            <pc:sldMk cId="1404614600" sldId="439"/>
            <ac:spMk id="101" creationId="{40F2F3AB-B263-8FC7-0CEE-6EBB83FCCD22}"/>
          </ac:spMkLst>
        </pc:spChg>
        <pc:spChg chg="add mod">
          <ac:chgData name="석주 이" userId="b6553f64e91d015d" providerId="LiveId" clId="{7E74A06A-B2AA-4EEC-A19D-AA52293F645A}" dt="2026-05-05T05:21:45.838" v="10638"/>
          <ac:spMkLst>
            <pc:docMk/>
            <pc:sldMk cId="1404614600" sldId="439"/>
            <ac:spMk id="103" creationId="{0A741A3C-3FDB-0ECF-D3B0-8F1B062E0DD3}"/>
          </ac:spMkLst>
        </pc:spChg>
        <pc:spChg chg="add mod">
          <ac:chgData name="석주 이" userId="b6553f64e91d015d" providerId="LiveId" clId="{7E74A06A-B2AA-4EEC-A19D-AA52293F645A}" dt="2026-05-05T05:21:45.838" v="10638"/>
          <ac:spMkLst>
            <pc:docMk/>
            <pc:sldMk cId="1404614600" sldId="439"/>
            <ac:spMk id="105" creationId="{33C38EC0-A8A4-CE54-7777-233961E18CCD}"/>
          </ac:spMkLst>
        </pc:spChg>
        <pc:spChg chg="add mod">
          <ac:chgData name="석주 이" userId="b6553f64e91d015d" providerId="LiveId" clId="{7E74A06A-B2AA-4EEC-A19D-AA52293F645A}" dt="2026-05-05T05:21:45.838" v="10638"/>
          <ac:spMkLst>
            <pc:docMk/>
            <pc:sldMk cId="1404614600" sldId="439"/>
            <ac:spMk id="106" creationId="{30024D73-D8B1-34C3-A9D6-60BCFD1B7CDB}"/>
          </ac:spMkLst>
        </pc:spChg>
        <pc:spChg chg="add mod">
          <ac:chgData name="석주 이" userId="b6553f64e91d015d" providerId="LiveId" clId="{7E74A06A-B2AA-4EEC-A19D-AA52293F645A}" dt="2026-05-05T05:21:45.838" v="10638"/>
          <ac:spMkLst>
            <pc:docMk/>
            <pc:sldMk cId="1404614600" sldId="439"/>
            <ac:spMk id="107" creationId="{75FCBCB5-A90C-F01E-DBAA-D51B62FED188}"/>
          </ac:spMkLst>
        </pc:spChg>
        <pc:spChg chg="add mod">
          <ac:chgData name="석주 이" userId="b6553f64e91d015d" providerId="LiveId" clId="{7E74A06A-B2AA-4EEC-A19D-AA52293F645A}" dt="2026-05-05T05:21:45.838" v="10638"/>
          <ac:spMkLst>
            <pc:docMk/>
            <pc:sldMk cId="1404614600" sldId="439"/>
            <ac:spMk id="112" creationId="{3EF0BD11-A631-CEFD-3274-8DC8BED990CD}"/>
          </ac:spMkLst>
        </pc:spChg>
        <pc:spChg chg="add mod">
          <ac:chgData name="석주 이" userId="b6553f64e91d015d" providerId="LiveId" clId="{7E74A06A-B2AA-4EEC-A19D-AA52293F645A}" dt="2026-05-05T05:21:45.838" v="10638"/>
          <ac:spMkLst>
            <pc:docMk/>
            <pc:sldMk cId="1404614600" sldId="439"/>
            <ac:spMk id="113" creationId="{19503E2E-2FE3-F23B-24CE-B0625F9708B3}"/>
          </ac:spMkLst>
        </pc:spChg>
        <pc:spChg chg="add mod">
          <ac:chgData name="석주 이" userId="b6553f64e91d015d" providerId="LiveId" clId="{7E74A06A-B2AA-4EEC-A19D-AA52293F645A}" dt="2026-05-05T05:21:45.838" v="10638"/>
          <ac:spMkLst>
            <pc:docMk/>
            <pc:sldMk cId="1404614600" sldId="439"/>
            <ac:spMk id="114" creationId="{5BDC4B87-C4FF-9603-6049-91FC7E389582}"/>
          </ac:spMkLst>
        </pc:spChg>
        <pc:spChg chg="add mod">
          <ac:chgData name="석주 이" userId="b6553f64e91d015d" providerId="LiveId" clId="{7E74A06A-B2AA-4EEC-A19D-AA52293F645A}" dt="2026-05-05T05:21:45.838" v="10638"/>
          <ac:spMkLst>
            <pc:docMk/>
            <pc:sldMk cId="1404614600" sldId="439"/>
            <ac:spMk id="115" creationId="{1D80C643-682B-1338-DEB3-7C1880FD99A4}"/>
          </ac:spMkLst>
        </pc:spChg>
        <pc:graphicFrameChg chg="add mod modGraphic">
          <ac:chgData name="석주 이" userId="b6553f64e91d015d" providerId="LiveId" clId="{7E74A06A-B2AA-4EEC-A19D-AA52293F645A}" dt="2026-05-05T05:13:40.987" v="10294" actId="3064"/>
          <ac:graphicFrameMkLst>
            <pc:docMk/>
            <pc:sldMk cId="1404614600" sldId="439"/>
            <ac:graphicFrameMk id="8" creationId="{9D7B0475-86D9-588E-B2E7-C3EA2A2B541D}"/>
          </ac:graphicFrameMkLst>
        </pc:graphicFrameChg>
        <pc:graphicFrameChg chg="add del mod">
          <ac:chgData name="석주 이" userId="b6553f64e91d015d" providerId="LiveId" clId="{7E74A06A-B2AA-4EEC-A19D-AA52293F645A}" dt="2026-05-05T05:08:32.197" v="9933" actId="478"/>
          <ac:graphicFrameMkLst>
            <pc:docMk/>
            <pc:sldMk cId="1404614600" sldId="439"/>
            <ac:graphicFrameMk id="9" creationId="{003604C1-936B-6FB8-6309-B19DBC37ADEC}"/>
          </ac:graphicFrameMkLst>
        </pc:graphicFrameChg>
        <pc:picChg chg="add del mod">
          <ac:chgData name="석주 이" userId="b6553f64e91d015d" providerId="LiveId" clId="{7E74A06A-B2AA-4EEC-A19D-AA52293F645A}" dt="2026-05-05T04:52:44.347" v="8987" actId="478"/>
          <ac:picMkLst>
            <pc:docMk/>
            <pc:sldMk cId="1404614600" sldId="439"/>
            <ac:picMk id="4" creationId="{4355A806-D9F7-C266-15B3-CFB75FA1CB9E}"/>
          </ac:picMkLst>
        </pc:picChg>
        <pc:cxnChg chg="add mod">
          <ac:chgData name="석주 이" userId="b6553f64e91d015d" providerId="LiveId" clId="{7E74A06A-B2AA-4EEC-A19D-AA52293F645A}" dt="2026-05-05T05:12:26.866" v="10185"/>
          <ac:cxnSpMkLst>
            <pc:docMk/>
            <pc:sldMk cId="1404614600" sldId="439"/>
            <ac:cxnSpMk id="21" creationId="{CFD15955-C4F4-AC38-4846-E3E0D50C3D1D}"/>
          </ac:cxnSpMkLst>
        </pc:cxnChg>
        <pc:cxnChg chg="add mod">
          <ac:chgData name="석주 이" userId="b6553f64e91d015d" providerId="LiveId" clId="{7E74A06A-B2AA-4EEC-A19D-AA52293F645A}" dt="2026-05-05T05:12:26.866" v="10185"/>
          <ac:cxnSpMkLst>
            <pc:docMk/>
            <pc:sldMk cId="1404614600" sldId="439"/>
            <ac:cxnSpMk id="23" creationId="{C9B9F2FE-A5D3-DD75-EF36-CF936CEDB319}"/>
          </ac:cxnSpMkLst>
        </pc:cxnChg>
      </pc:sldChg>
      <pc:sldChg chg="addSp delSp modSp add mod">
        <pc:chgData name="석주 이" userId="b6553f64e91d015d" providerId="LiveId" clId="{7E74A06A-B2AA-4EEC-A19D-AA52293F645A}" dt="2026-05-05T11:00:40.502" v="25496" actId="20577"/>
        <pc:sldMkLst>
          <pc:docMk/>
          <pc:sldMk cId="2946637338" sldId="440"/>
        </pc:sldMkLst>
        <pc:spChg chg="add mod">
          <ac:chgData name="석주 이" userId="b6553f64e91d015d" providerId="LiveId" clId="{7E74A06A-B2AA-4EEC-A19D-AA52293F645A}" dt="2026-05-05T09:50:58.666" v="22367" actId="20577"/>
          <ac:spMkLst>
            <pc:docMk/>
            <pc:sldMk cId="2946637338" sldId="440"/>
            <ac:spMk id="5" creationId="{8AEF53B2-EF78-CC1C-D700-DD631011CD00}"/>
          </ac:spMkLst>
        </pc:spChg>
        <pc:spChg chg="add mod">
          <ac:chgData name="석주 이" userId="b6553f64e91d015d" providerId="LiveId" clId="{7E74A06A-B2AA-4EEC-A19D-AA52293F645A}" dt="2026-05-05T11:00:40.502" v="25496" actId="20577"/>
          <ac:spMkLst>
            <pc:docMk/>
            <pc:sldMk cId="2946637338" sldId="440"/>
            <ac:spMk id="9" creationId="{6DC4B680-E53F-3483-0D82-2A4E21401904}"/>
          </ac:spMkLst>
        </pc:spChg>
        <pc:spChg chg="add mod">
          <ac:chgData name="석주 이" userId="b6553f64e91d015d" providerId="LiveId" clId="{7E74A06A-B2AA-4EEC-A19D-AA52293F645A}" dt="2026-05-05T04:56:03.335" v="9062"/>
          <ac:spMkLst>
            <pc:docMk/>
            <pc:sldMk cId="2946637338" sldId="440"/>
            <ac:spMk id="10" creationId="{279A8B6D-77AA-98A3-E9C1-8E6F1C6D5E85}"/>
          </ac:spMkLst>
        </pc:spChg>
        <pc:spChg chg="add mod">
          <ac:chgData name="석주 이" userId="b6553f64e91d015d" providerId="LiveId" clId="{7E74A06A-B2AA-4EEC-A19D-AA52293F645A}" dt="2026-05-05T05:21:15.031" v="10634"/>
          <ac:spMkLst>
            <pc:docMk/>
            <pc:sldMk cId="2946637338" sldId="440"/>
            <ac:spMk id="11" creationId="{18F852B9-D36B-A847-B754-81AF950E7A33}"/>
          </ac:spMkLst>
        </pc:spChg>
        <pc:spChg chg="add mod">
          <ac:chgData name="석주 이" userId="b6553f64e91d015d" providerId="LiveId" clId="{7E74A06A-B2AA-4EEC-A19D-AA52293F645A}" dt="2026-05-05T05:21:15.031" v="10634"/>
          <ac:spMkLst>
            <pc:docMk/>
            <pc:sldMk cId="2946637338" sldId="440"/>
            <ac:spMk id="14" creationId="{3C551CE9-49FA-0D12-948F-A7B3F335E6D6}"/>
          </ac:spMkLst>
        </pc:spChg>
        <pc:spChg chg="add mod">
          <ac:chgData name="석주 이" userId="b6553f64e91d015d" providerId="LiveId" clId="{7E74A06A-B2AA-4EEC-A19D-AA52293F645A}" dt="2026-05-05T05:21:15.031" v="10634"/>
          <ac:spMkLst>
            <pc:docMk/>
            <pc:sldMk cId="2946637338" sldId="440"/>
            <ac:spMk id="16" creationId="{B876D402-7803-0DD9-F68D-0EBAD299CA3E}"/>
          </ac:spMkLst>
        </pc:spChg>
        <pc:spChg chg="add mod">
          <ac:chgData name="석주 이" userId="b6553f64e91d015d" providerId="LiveId" clId="{7E74A06A-B2AA-4EEC-A19D-AA52293F645A}" dt="2026-05-05T05:21:15.031" v="10634"/>
          <ac:spMkLst>
            <pc:docMk/>
            <pc:sldMk cId="2946637338" sldId="440"/>
            <ac:spMk id="17" creationId="{EA4DA177-588D-8F9F-76CD-9D7B0145797A}"/>
          </ac:spMkLst>
        </pc:spChg>
        <pc:spChg chg="add mod">
          <ac:chgData name="석주 이" userId="b6553f64e91d015d" providerId="LiveId" clId="{7E74A06A-B2AA-4EEC-A19D-AA52293F645A}" dt="2026-05-05T05:21:15.031" v="10634"/>
          <ac:spMkLst>
            <pc:docMk/>
            <pc:sldMk cId="2946637338" sldId="440"/>
            <ac:spMk id="18" creationId="{63B4C53D-09A0-2397-4D8A-8EC50FCD0084}"/>
          </ac:spMkLst>
        </pc:spChg>
        <pc:spChg chg="add mod">
          <ac:chgData name="석주 이" userId="b6553f64e91d015d" providerId="LiveId" clId="{7E74A06A-B2AA-4EEC-A19D-AA52293F645A}" dt="2026-05-05T05:21:15.031" v="10634"/>
          <ac:spMkLst>
            <pc:docMk/>
            <pc:sldMk cId="2946637338" sldId="440"/>
            <ac:spMk id="19" creationId="{41DE79DB-F01E-23F7-528F-FC568E053E54}"/>
          </ac:spMkLst>
        </pc:spChg>
        <pc:spChg chg="add mod">
          <ac:chgData name="석주 이" userId="b6553f64e91d015d" providerId="LiveId" clId="{7E74A06A-B2AA-4EEC-A19D-AA52293F645A}" dt="2026-05-05T05:21:15.031" v="10634"/>
          <ac:spMkLst>
            <pc:docMk/>
            <pc:sldMk cId="2946637338" sldId="440"/>
            <ac:spMk id="20" creationId="{84794C03-9B11-7D8C-5635-A8DD026B91E2}"/>
          </ac:spMkLst>
        </pc:spChg>
        <pc:spChg chg="add mod">
          <ac:chgData name="석주 이" userId="b6553f64e91d015d" providerId="LiveId" clId="{7E74A06A-B2AA-4EEC-A19D-AA52293F645A}" dt="2026-05-05T05:21:15.031" v="10634"/>
          <ac:spMkLst>
            <pc:docMk/>
            <pc:sldMk cId="2946637338" sldId="440"/>
            <ac:spMk id="21" creationId="{C7F0F3AA-8164-643D-8A33-46B6DABA3BE6}"/>
          </ac:spMkLst>
        </pc:spChg>
        <pc:spChg chg="add mod">
          <ac:chgData name="석주 이" userId="b6553f64e91d015d" providerId="LiveId" clId="{7E74A06A-B2AA-4EEC-A19D-AA52293F645A}" dt="2026-05-05T05:21:15.031" v="10634"/>
          <ac:spMkLst>
            <pc:docMk/>
            <pc:sldMk cId="2946637338" sldId="440"/>
            <ac:spMk id="23" creationId="{2FB80F6A-0167-C8B0-5A54-51AC69567033}"/>
          </ac:spMkLst>
        </pc:spChg>
        <pc:spChg chg="add mod">
          <ac:chgData name="석주 이" userId="b6553f64e91d015d" providerId="LiveId" clId="{7E74A06A-B2AA-4EEC-A19D-AA52293F645A}" dt="2026-05-05T05:21:15.031" v="10634"/>
          <ac:spMkLst>
            <pc:docMk/>
            <pc:sldMk cId="2946637338" sldId="440"/>
            <ac:spMk id="25" creationId="{00BC6DA7-B73E-234A-5148-274523FD97AB}"/>
          </ac:spMkLst>
        </pc:spChg>
        <pc:graphicFrameChg chg="add mod modGraphic">
          <ac:chgData name="석주 이" userId="b6553f64e91d015d" providerId="LiveId" clId="{7E74A06A-B2AA-4EEC-A19D-AA52293F645A}" dt="2026-05-05T10:15:40.542" v="23467" actId="14100"/>
          <ac:graphicFrameMkLst>
            <pc:docMk/>
            <pc:sldMk cId="2946637338" sldId="440"/>
            <ac:graphicFrameMk id="2" creationId="{0334529F-3515-676F-D181-1ECFB4F106AE}"/>
          </ac:graphicFrameMkLst>
        </pc:graphicFrameChg>
        <pc:graphicFrameChg chg="add del mod modGraphic">
          <ac:chgData name="석주 이" userId="b6553f64e91d015d" providerId="LiveId" clId="{7E74A06A-B2AA-4EEC-A19D-AA52293F645A}" dt="2026-05-05T04:42:17.983" v="8786" actId="478"/>
          <ac:graphicFrameMkLst>
            <pc:docMk/>
            <pc:sldMk cId="2946637338" sldId="440"/>
            <ac:graphicFrameMk id="4" creationId="{6B755556-1109-62D2-33CC-63EF118879D8}"/>
          </ac:graphicFrameMkLst>
        </pc:graphicFrameChg>
        <pc:cxnChg chg="add mod">
          <ac:chgData name="석주 이" userId="b6553f64e91d015d" providerId="LiveId" clId="{7E74A06A-B2AA-4EEC-A19D-AA52293F645A}" dt="2026-05-05T04:53:27.556" v="8990"/>
          <ac:cxnSpMkLst>
            <pc:docMk/>
            <pc:sldMk cId="2946637338" sldId="440"/>
            <ac:cxnSpMk id="8" creationId="{ED064769-198A-97B6-D161-B0B58DFCF185}"/>
          </ac:cxnSpMkLst>
        </pc:cxnChg>
      </pc:sldChg>
      <pc:sldChg chg="delSp modSp add del mod ord">
        <pc:chgData name="석주 이" userId="b6553f64e91d015d" providerId="LiveId" clId="{7E74A06A-B2AA-4EEC-A19D-AA52293F645A}" dt="2026-05-05T01:25:28.655" v="4016" actId="47"/>
        <pc:sldMkLst>
          <pc:docMk/>
          <pc:sldMk cId="415190613" sldId="441"/>
        </pc:sldMkLst>
        <pc:spChg chg="mod">
          <ac:chgData name="석주 이" userId="b6553f64e91d015d" providerId="LiveId" clId="{7E74A06A-B2AA-4EEC-A19D-AA52293F645A}" dt="2026-05-05T01:11:36.495" v="3387" actId="14100"/>
          <ac:spMkLst>
            <pc:docMk/>
            <pc:sldMk cId="415190613" sldId="441"/>
            <ac:spMk id="3" creationId="{CFA65325-DDE6-8701-ED1F-DF9A7515752E}"/>
          </ac:spMkLst>
        </pc:spChg>
        <pc:spChg chg="del">
          <ac:chgData name="석주 이" userId="b6553f64e91d015d" providerId="LiveId" clId="{7E74A06A-B2AA-4EEC-A19D-AA52293F645A}" dt="2026-05-05T01:11:40.970" v="3388" actId="478"/>
          <ac:spMkLst>
            <pc:docMk/>
            <pc:sldMk cId="415190613" sldId="441"/>
            <ac:spMk id="12" creationId="{7EC69BE6-4D1E-D3F3-5336-0CFAD7DAAEE8}"/>
          </ac:spMkLst>
        </pc:spChg>
        <pc:cxnChg chg="del">
          <ac:chgData name="석주 이" userId="b6553f64e91d015d" providerId="LiveId" clId="{7E74A06A-B2AA-4EEC-A19D-AA52293F645A}" dt="2026-05-05T01:11:40.970" v="3388" actId="478"/>
          <ac:cxnSpMkLst>
            <pc:docMk/>
            <pc:sldMk cId="415190613" sldId="441"/>
            <ac:cxnSpMk id="13" creationId="{CDCFA797-386B-6545-E24F-32B3E8C7CC03}"/>
          </ac:cxnSpMkLst>
        </pc:cxnChg>
      </pc:sldChg>
      <pc:sldChg chg="addSp delSp modSp add mod">
        <pc:chgData name="석주 이" userId="b6553f64e91d015d" providerId="LiveId" clId="{7E74A06A-B2AA-4EEC-A19D-AA52293F645A}" dt="2026-05-05T10:15:52.162" v="23470" actId="165"/>
        <pc:sldMkLst>
          <pc:docMk/>
          <pc:sldMk cId="3737797794" sldId="441"/>
        </pc:sldMkLst>
        <pc:spChg chg="mod">
          <ac:chgData name="석주 이" userId="b6553f64e91d015d" providerId="LiveId" clId="{7E74A06A-B2AA-4EEC-A19D-AA52293F645A}" dt="2026-05-05T03:58:27.387" v="7426" actId="20577"/>
          <ac:spMkLst>
            <pc:docMk/>
            <pc:sldMk cId="3737797794" sldId="441"/>
            <ac:spMk id="2" creationId="{C139EC92-A78B-1969-1DF3-4CD0589905BA}"/>
          </ac:spMkLst>
        </pc:spChg>
        <pc:spChg chg="mod">
          <ac:chgData name="석주 이" userId="b6553f64e91d015d" providerId="LiveId" clId="{7E74A06A-B2AA-4EEC-A19D-AA52293F645A}" dt="2026-05-05T03:55:13.714" v="7253" actId="14100"/>
          <ac:spMkLst>
            <pc:docMk/>
            <pc:sldMk cId="3737797794" sldId="441"/>
            <ac:spMk id="4" creationId="{2B618B47-AF90-1748-42F6-8F74E8640805}"/>
          </ac:spMkLst>
        </pc:spChg>
        <pc:spChg chg="mod topLvl">
          <ac:chgData name="석주 이" userId="b6553f64e91d015d" providerId="LiveId" clId="{7E74A06A-B2AA-4EEC-A19D-AA52293F645A}" dt="2026-05-05T10:15:52.162" v="23470" actId="165"/>
          <ac:spMkLst>
            <pc:docMk/>
            <pc:sldMk cId="3737797794" sldId="441"/>
            <ac:spMk id="8" creationId="{59D1AC77-A691-4B9C-6EE2-C2D7C2840FA3}"/>
          </ac:spMkLst>
        </pc:spChg>
        <pc:spChg chg="mod">
          <ac:chgData name="석주 이" userId="b6553f64e91d015d" providerId="LiveId" clId="{7E74A06A-B2AA-4EEC-A19D-AA52293F645A}" dt="2026-05-05T10:15:52.162" v="23470" actId="165"/>
          <ac:spMkLst>
            <pc:docMk/>
            <pc:sldMk cId="3737797794" sldId="441"/>
            <ac:spMk id="9" creationId="{CD3A0B93-300A-D727-7E17-55D2351C9854}"/>
          </ac:spMkLst>
        </pc:spChg>
        <pc:spChg chg="mod">
          <ac:chgData name="석주 이" userId="b6553f64e91d015d" providerId="LiveId" clId="{7E74A06A-B2AA-4EEC-A19D-AA52293F645A}" dt="2026-05-05T10:15:52.162" v="23470" actId="165"/>
          <ac:spMkLst>
            <pc:docMk/>
            <pc:sldMk cId="3737797794" sldId="441"/>
            <ac:spMk id="10" creationId="{07204265-4F2D-E94B-6C01-F6998F7749B4}"/>
          </ac:spMkLst>
        </pc:spChg>
        <pc:spChg chg="mod">
          <ac:chgData name="석주 이" userId="b6553f64e91d015d" providerId="LiveId" clId="{7E74A06A-B2AA-4EEC-A19D-AA52293F645A}" dt="2026-05-05T10:15:52.162" v="23470" actId="165"/>
          <ac:spMkLst>
            <pc:docMk/>
            <pc:sldMk cId="3737797794" sldId="441"/>
            <ac:spMk id="11" creationId="{3479065C-9D5F-DC7D-DFD1-4AD113CE1A13}"/>
          </ac:spMkLst>
        </pc:spChg>
        <pc:spChg chg="mod topLvl">
          <ac:chgData name="석주 이" userId="b6553f64e91d015d" providerId="LiveId" clId="{7E74A06A-B2AA-4EEC-A19D-AA52293F645A}" dt="2026-05-05T10:15:52.162" v="23470" actId="165"/>
          <ac:spMkLst>
            <pc:docMk/>
            <pc:sldMk cId="3737797794" sldId="441"/>
            <ac:spMk id="14" creationId="{DA35149F-2B45-97E8-B1BF-EB63662B00C9}"/>
          </ac:spMkLst>
        </pc:spChg>
        <pc:spChg chg="mod topLvl">
          <ac:chgData name="석주 이" userId="b6553f64e91d015d" providerId="LiveId" clId="{7E74A06A-B2AA-4EEC-A19D-AA52293F645A}" dt="2026-05-05T10:15:52.162" v="23470" actId="165"/>
          <ac:spMkLst>
            <pc:docMk/>
            <pc:sldMk cId="3737797794" sldId="441"/>
            <ac:spMk id="15" creationId="{41937947-6D7C-2B1E-E19E-3411996189C6}"/>
          </ac:spMkLst>
        </pc:spChg>
        <pc:spChg chg="mod topLvl">
          <ac:chgData name="석주 이" userId="b6553f64e91d015d" providerId="LiveId" clId="{7E74A06A-B2AA-4EEC-A19D-AA52293F645A}" dt="2026-05-05T10:15:52.162" v="23470" actId="165"/>
          <ac:spMkLst>
            <pc:docMk/>
            <pc:sldMk cId="3737797794" sldId="441"/>
            <ac:spMk id="16" creationId="{46C61DC9-ED53-569D-97CF-D046796965EE}"/>
          </ac:spMkLst>
        </pc:spChg>
        <pc:spChg chg="mod topLvl">
          <ac:chgData name="석주 이" userId="b6553f64e91d015d" providerId="LiveId" clId="{7E74A06A-B2AA-4EEC-A19D-AA52293F645A}" dt="2026-05-05T10:15:52.162" v="23470" actId="165"/>
          <ac:spMkLst>
            <pc:docMk/>
            <pc:sldMk cId="3737797794" sldId="441"/>
            <ac:spMk id="17" creationId="{A6A135DE-EE7B-0001-0727-3D85F2486EA1}"/>
          </ac:spMkLst>
        </pc:spChg>
        <pc:spChg chg="mod topLvl">
          <ac:chgData name="석주 이" userId="b6553f64e91d015d" providerId="LiveId" clId="{7E74A06A-B2AA-4EEC-A19D-AA52293F645A}" dt="2026-05-05T10:15:52.162" v="23470" actId="165"/>
          <ac:spMkLst>
            <pc:docMk/>
            <pc:sldMk cId="3737797794" sldId="441"/>
            <ac:spMk id="18" creationId="{4FF835A8-896C-C685-DCF0-8715503B1299}"/>
          </ac:spMkLst>
        </pc:spChg>
        <pc:spChg chg="mod topLvl">
          <ac:chgData name="석주 이" userId="b6553f64e91d015d" providerId="LiveId" clId="{7E74A06A-B2AA-4EEC-A19D-AA52293F645A}" dt="2026-05-05T10:15:52.162" v="23470" actId="165"/>
          <ac:spMkLst>
            <pc:docMk/>
            <pc:sldMk cId="3737797794" sldId="441"/>
            <ac:spMk id="19" creationId="{63AA9F38-B8B8-6D56-11FE-D6D90263E562}"/>
          </ac:spMkLst>
        </pc:spChg>
        <pc:spChg chg="mod">
          <ac:chgData name="석주 이" userId="b6553f64e91d015d" providerId="LiveId" clId="{7E74A06A-B2AA-4EEC-A19D-AA52293F645A}" dt="2026-05-05T10:15:48.643" v="23468" actId="164"/>
          <ac:spMkLst>
            <pc:docMk/>
            <pc:sldMk cId="3737797794" sldId="441"/>
            <ac:spMk id="20" creationId="{C366B8EE-AC33-6A28-9836-110D45DB78F0}"/>
          </ac:spMkLst>
        </pc:spChg>
        <pc:grpChg chg="mod">
          <ac:chgData name="석주 이" userId="b6553f64e91d015d" providerId="LiveId" clId="{7E74A06A-B2AA-4EEC-A19D-AA52293F645A}" dt="2026-05-05T10:15:48.643" v="23468" actId="164"/>
          <ac:grpSpMkLst>
            <pc:docMk/>
            <pc:sldMk cId="3737797794" sldId="441"/>
            <ac:grpSpMk id="12" creationId="{5D84C5A1-31DF-81D9-C4DB-4FBAD6DD3BEA}"/>
          </ac:grpSpMkLst>
        </pc:grpChg>
        <pc:grpChg chg="add mod">
          <ac:chgData name="석주 이" userId="b6553f64e91d015d" providerId="LiveId" clId="{7E74A06A-B2AA-4EEC-A19D-AA52293F645A}" dt="2026-05-05T10:15:50.839" v="23469" actId="14100"/>
          <ac:grpSpMkLst>
            <pc:docMk/>
            <pc:sldMk cId="3737797794" sldId="441"/>
            <ac:grpSpMk id="13" creationId="{A009B640-0ABC-1201-F8FA-1DB54D5B50C5}"/>
          </ac:grpSpMkLst>
        </pc:grpChg>
      </pc:sldChg>
      <pc:sldChg chg="addSp delSp modSp add mod">
        <pc:chgData name="석주 이" userId="b6553f64e91d015d" providerId="LiveId" clId="{7E74A06A-B2AA-4EEC-A19D-AA52293F645A}" dt="2026-05-05T10:59:54.101" v="25479" actId="108"/>
        <pc:sldMkLst>
          <pc:docMk/>
          <pc:sldMk cId="2053893825" sldId="442"/>
        </pc:sldMkLst>
        <pc:spChg chg="add mod">
          <ac:chgData name="석주 이" userId="b6553f64e91d015d" providerId="LiveId" clId="{7E74A06A-B2AA-4EEC-A19D-AA52293F645A}" dt="2026-05-05T10:59:54.101" v="25479" actId="108"/>
          <ac:spMkLst>
            <pc:docMk/>
            <pc:sldMk cId="2053893825" sldId="442"/>
            <ac:spMk id="2" creationId="{509E89A6-2F07-758B-3C50-AE9691168674}"/>
          </ac:spMkLst>
        </pc:spChg>
        <pc:spChg chg="mod">
          <ac:chgData name="석주 이" userId="b6553f64e91d015d" providerId="LiveId" clId="{7E74A06A-B2AA-4EEC-A19D-AA52293F645A}" dt="2026-05-05T04:59:56.726" v="9477" actId="20577"/>
          <ac:spMkLst>
            <pc:docMk/>
            <pc:sldMk cId="2053893825" sldId="442"/>
            <ac:spMk id="3" creationId="{988A8487-8983-374C-28A7-19C6DC617C6D}"/>
          </ac:spMkLst>
        </pc:spChg>
        <pc:spChg chg="add mod">
          <ac:chgData name="석주 이" userId="b6553f64e91d015d" providerId="LiveId" clId="{7E74A06A-B2AA-4EEC-A19D-AA52293F645A}" dt="2026-05-05T05:35:38.170" v="11033" actId="20577"/>
          <ac:spMkLst>
            <pc:docMk/>
            <pc:sldMk cId="2053893825" sldId="442"/>
            <ac:spMk id="4" creationId="{7594290F-0C65-60E9-8A6B-990CBC86C966}"/>
          </ac:spMkLst>
        </pc:spChg>
        <pc:spChg chg="mod">
          <ac:chgData name="석주 이" userId="b6553f64e91d015d" providerId="LiveId" clId="{7E74A06A-B2AA-4EEC-A19D-AA52293F645A}" dt="2026-05-05T04:59:50.806" v="9452" actId="20577"/>
          <ac:spMkLst>
            <pc:docMk/>
            <pc:sldMk cId="2053893825" sldId="442"/>
            <ac:spMk id="7" creationId="{F7C2CB9F-FBCB-C780-2A9F-20AC4B47D344}"/>
          </ac:spMkLst>
        </pc:spChg>
        <pc:spChg chg="add del mod">
          <ac:chgData name="석주 이" userId="b6553f64e91d015d" providerId="LiveId" clId="{7E74A06A-B2AA-4EEC-A19D-AA52293F645A}" dt="2026-05-05T05:35:25.765" v="10986" actId="478"/>
          <ac:spMkLst>
            <pc:docMk/>
            <pc:sldMk cId="2053893825" sldId="442"/>
            <ac:spMk id="8" creationId="{93FDF556-6363-B85A-A8E7-7C771A134188}"/>
          </ac:spMkLst>
        </pc:spChg>
        <pc:spChg chg="add mod topLvl">
          <ac:chgData name="석주 이" userId="b6553f64e91d015d" providerId="LiveId" clId="{7E74A06A-B2AA-4EEC-A19D-AA52293F645A}" dt="2026-05-05T06:54:04.365" v="14056" actId="20577"/>
          <ac:spMkLst>
            <pc:docMk/>
            <pc:sldMk cId="2053893825" sldId="442"/>
            <ac:spMk id="10" creationId="{98090B46-DF07-88F0-24C0-E1B98D80271C}"/>
          </ac:spMkLst>
        </pc:spChg>
        <pc:spChg chg="add mod topLvl">
          <ac:chgData name="석주 이" userId="b6553f64e91d015d" providerId="LiveId" clId="{7E74A06A-B2AA-4EEC-A19D-AA52293F645A}" dt="2026-05-05T06:25:15.537" v="13417" actId="165"/>
          <ac:spMkLst>
            <pc:docMk/>
            <pc:sldMk cId="2053893825" sldId="442"/>
            <ac:spMk id="11" creationId="{99BC183B-8EF3-B287-E237-0E678FBEE4A6}"/>
          </ac:spMkLst>
        </pc:spChg>
        <pc:spChg chg="add mod topLvl">
          <ac:chgData name="석주 이" userId="b6553f64e91d015d" providerId="LiveId" clId="{7E74A06A-B2AA-4EEC-A19D-AA52293F645A}" dt="2026-05-05T06:25:15.537" v="13417" actId="165"/>
          <ac:spMkLst>
            <pc:docMk/>
            <pc:sldMk cId="2053893825" sldId="442"/>
            <ac:spMk id="12" creationId="{7E803A5A-0AED-ECBF-43FA-1E4DC1C5273B}"/>
          </ac:spMkLst>
        </pc:spChg>
        <pc:spChg chg="mod topLvl">
          <ac:chgData name="석주 이" userId="b6553f64e91d015d" providerId="LiveId" clId="{7E74A06A-B2AA-4EEC-A19D-AA52293F645A}" dt="2026-05-05T09:49:42.033" v="22288" actId="255"/>
          <ac:spMkLst>
            <pc:docMk/>
            <pc:sldMk cId="2053893825" sldId="442"/>
            <ac:spMk id="14" creationId="{4BA79AD0-386B-8801-F560-F7E419AF965A}"/>
          </ac:spMkLst>
        </pc:spChg>
        <pc:spChg chg="mod topLvl">
          <ac:chgData name="석주 이" userId="b6553f64e91d015d" providerId="LiveId" clId="{7E74A06A-B2AA-4EEC-A19D-AA52293F645A}" dt="2026-05-05T09:49:42.033" v="22288" actId="255"/>
          <ac:spMkLst>
            <pc:docMk/>
            <pc:sldMk cId="2053893825" sldId="442"/>
            <ac:spMk id="15" creationId="{15AFE87E-6047-5C53-9B97-39DAC1FF5BC6}"/>
          </ac:spMkLst>
        </pc:spChg>
        <pc:spChg chg="mod topLvl">
          <ac:chgData name="석주 이" userId="b6553f64e91d015d" providerId="LiveId" clId="{7E74A06A-B2AA-4EEC-A19D-AA52293F645A}" dt="2026-05-05T09:49:42.033" v="22288" actId="255"/>
          <ac:spMkLst>
            <pc:docMk/>
            <pc:sldMk cId="2053893825" sldId="442"/>
            <ac:spMk id="16" creationId="{0FF619E4-99ED-D2F6-4755-9448EC83E492}"/>
          </ac:spMkLst>
        </pc:spChg>
        <pc:spChg chg="add mod topLvl">
          <ac:chgData name="석주 이" userId="b6553f64e91d015d" providerId="LiveId" clId="{7E74A06A-B2AA-4EEC-A19D-AA52293F645A}" dt="2026-05-05T06:25:15.537" v="13417" actId="165"/>
          <ac:spMkLst>
            <pc:docMk/>
            <pc:sldMk cId="2053893825" sldId="442"/>
            <ac:spMk id="17" creationId="{AFB5E9A6-F706-B4CE-1A1A-A7C947048735}"/>
          </ac:spMkLst>
        </pc:spChg>
        <pc:spChg chg="add mod topLvl">
          <ac:chgData name="석주 이" userId="b6553f64e91d015d" providerId="LiveId" clId="{7E74A06A-B2AA-4EEC-A19D-AA52293F645A}" dt="2026-05-05T06:25:06.065" v="13413" actId="1076"/>
          <ac:spMkLst>
            <pc:docMk/>
            <pc:sldMk cId="2053893825" sldId="442"/>
            <ac:spMk id="18" creationId="{6D9A23F6-5EAA-EF68-B344-4A5BF32FCFD5}"/>
          </ac:spMkLst>
        </pc:spChg>
        <pc:spChg chg="add mod topLvl">
          <ac:chgData name="석주 이" userId="b6553f64e91d015d" providerId="LiveId" clId="{7E74A06A-B2AA-4EEC-A19D-AA52293F645A}" dt="2026-05-05T06:25:15.537" v="13417" actId="165"/>
          <ac:spMkLst>
            <pc:docMk/>
            <pc:sldMk cId="2053893825" sldId="442"/>
            <ac:spMk id="19" creationId="{D7080828-E537-7FEC-19D0-67A385F98223}"/>
          </ac:spMkLst>
        </pc:spChg>
        <pc:spChg chg="add mod topLvl">
          <ac:chgData name="석주 이" userId="b6553f64e91d015d" providerId="LiveId" clId="{7E74A06A-B2AA-4EEC-A19D-AA52293F645A}" dt="2026-05-05T06:20:38.538" v="13231" actId="165"/>
          <ac:spMkLst>
            <pc:docMk/>
            <pc:sldMk cId="2053893825" sldId="442"/>
            <ac:spMk id="21" creationId="{0A01AB8B-4BC3-589C-4687-ED405B272946}"/>
          </ac:spMkLst>
        </pc:spChg>
        <pc:spChg chg="add mod topLvl">
          <ac:chgData name="석주 이" userId="b6553f64e91d015d" providerId="LiveId" clId="{7E74A06A-B2AA-4EEC-A19D-AA52293F645A}" dt="2026-05-05T05:55:17.356" v="11874" actId="164"/>
          <ac:spMkLst>
            <pc:docMk/>
            <pc:sldMk cId="2053893825" sldId="442"/>
            <ac:spMk id="22" creationId="{88D68A72-FABB-BD0A-E695-11F04F0B94B0}"/>
          </ac:spMkLst>
        </pc:spChg>
        <pc:spChg chg="add mod">
          <ac:chgData name="석주 이" userId="b6553f64e91d015d" providerId="LiveId" clId="{7E74A06A-B2AA-4EEC-A19D-AA52293F645A}" dt="2026-05-05T09:42:42.695" v="22097" actId="20577"/>
          <ac:spMkLst>
            <pc:docMk/>
            <pc:sldMk cId="2053893825" sldId="442"/>
            <ac:spMk id="23" creationId="{C3DC641D-09BE-0797-D379-CA9D74B5080B}"/>
          </ac:spMkLst>
        </pc:spChg>
        <pc:spChg chg="add mod">
          <ac:chgData name="석주 이" userId="b6553f64e91d015d" providerId="LiveId" clId="{7E74A06A-B2AA-4EEC-A19D-AA52293F645A}" dt="2026-05-05T05:41:44.832" v="11189" actId="571"/>
          <ac:spMkLst>
            <pc:docMk/>
            <pc:sldMk cId="2053893825" sldId="442"/>
            <ac:spMk id="24" creationId="{66E2A37A-F520-45C9-0512-BDA99E0DD867}"/>
          </ac:spMkLst>
        </pc:spChg>
        <pc:spChg chg="add mod">
          <ac:chgData name="석주 이" userId="b6553f64e91d015d" providerId="LiveId" clId="{7E74A06A-B2AA-4EEC-A19D-AA52293F645A}" dt="2026-05-05T05:41:52.298" v="11192" actId="571"/>
          <ac:spMkLst>
            <pc:docMk/>
            <pc:sldMk cId="2053893825" sldId="442"/>
            <ac:spMk id="25" creationId="{388216DA-B33F-0D2F-F6A4-FB3D700A5E18}"/>
          </ac:spMkLst>
        </pc:spChg>
        <pc:spChg chg="add del mod">
          <ac:chgData name="석주 이" userId="b6553f64e91d015d" providerId="LiveId" clId="{7E74A06A-B2AA-4EEC-A19D-AA52293F645A}" dt="2026-05-05T06:26:02.739" v="13451" actId="478"/>
          <ac:spMkLst>
            <pc:docMk/>
            <pc:sldMk cId="2053893825" sldId="442"/>
            <ac:spMk id="27" creationId="{E593F510-C7F8-D5FE-69EF-56CE64F3DCDD}"/>
          </ac:spMkLst>
        </pc:spChg>
        <pc:spChg chg="add mod">
          <ac:chgData name="석주 이" userId="b6553f64e91d015d" providerId="LiveId" clId="{7E74A06A-B2AA-4EEC-A19D-AA52293F645A}" dt="2026-05-05T06:20:52.552" v="13234" actId="14100"/>
          <ac:spMkLst>
            <pc:docMk/>
            <pc:sldMk cId="2053893825" sldId="442"/>
            <ac:spMk id="29" creationId="{12739C7D-B39A-CD42-DD86-F6B73AED5D17}"/>
          </ac:spMkLst>
        </pc:spChg>
        <pc:spChg chg="add del mod">
          <ac:chgData name="석주 이" userId="b6553f64e91d015d" providerId="LiveId" clId="{7E74A06A-B2AA-4EEC-A19D-AA52293F645A}" dt="2026-05-05T06:26:02.739" v="13451" actId="478"/>
          <ac:spMkLst>
            <pc:docMk/>
            <pc:sldMk cId="2053893825" sldId="442"/>
            <ac:spMk id="30" creationId="{1F5F31FB-31D4-8841-BED8-4A2BCDC4E214}"/>
          </ac:spMkLst>
        </pc:spChg>
        <pc:spChg chg="add mod">
          <ac:chgData name="석주 이" userId="b6553f64e91d015d" providerId="LiveId" clId="{7E74A06A-B2AA-4EEC-A19D-AA52293F645A}" dt="2026-05-05T05:45:07.693" v="11373" actId="571"/>
          <ac:spMkLst>
            <pc:docMk/>
            <pc:sldMk cId="2053893825" sldId="442"/>
            <ac:spMk id="31" creationId="{4C255FBB-7B36-11CF-62F8-1A8FE1E983AA}"/>
          </ac:spMkLst>
        </pc:spChg>
        <pc:spChg chg="add del mod">
          <ac:chgData name="석주 이" userId="b6553f64e91d015d" providerId="LiveId" clId="{7E74A06A-B2AA-4EEC-A19D-AA52293F645A}" dt="2026-05-05T06:26:02.739" v="13451" actId="478"/>
          <ac:spMkLst>
            <pc:docMk/>
            <pc:sldMk cId="2053893825" sldId="442"/>
            <ac:spMk id="32" creationId="{CBA7CC1C-38E2-A43D-9DF8-3A639F079E4A}"/>
          </ac:spMkLst>
        </pc:spChg>
        <pc:spChg chg="add del mod">
          <ac:chgData name="석주 이" userId="b6553f64e91d015d" providerId="LiveId" clId="{7E74A06A-B2AA-4EEC-A19D-AA52293F645A}" dt="2026-05-05T06:26:02.739" v="13451" actId="478"/>
          <ac:spMkLst>
            <pc:docMk/>
            <pc:sldMk cId="2053893825" sldId="442"/>
            <ac:spMk id="33" creationId="{41AD3B4F-473C-07D0-8DFF-3B93D5421617}"/>
          </ac:spMkLst>
        </pc:spChg>
        <pc:spChg chg="add mod topLvl">
          <ac:chgData name="석주 이" userId="b6553f64e91d015d" providerId="LiveId" clId="{7E74A06A-B2AA-4EEC-A19D-AA52293F645A}" dt="2026-05-05T06:25:15.537" v="13417" actId="165"/>
          <ac:spMkLst>
            <pc:docMk/>
            <pc:sldMk cId="2053893825" sldId="442"/>
            <ac:spMk id="34" creationId="{F922C0FD-BA5B-1B75-7974-F9F7DC6F4BEB}"/>
          </ac:spMkLst>
        </pc:spChg>
        <pc:spChg chg="add mod">
          <ac:chgData name="석주 이" userId="b6553f64e91d015d" providerId="LiveId" clId="{7E74A06A-B2AA-4EEC-A19D-AA52293F645A}" dt="2026-05-05T06:25:51.239" v="13449" actId="20577"/>
          <ac:spMkLst>
            <pc:docMk/>
            <pc:sldMk cId="2053893825" sldId="442"/>
            <ac:spMk id="35" creationId="{A84BC5CF-1C36-EFFF-8084-D19A04C31603}"/>
          </ac:spMkLst>
        </pc:spChg>
        <pc:spChg chg="add mod">
          <ac:chgData name="석주 이" userId="b6553f64e91d015d" providerId="LiveId" clId="{7E74A06A-B2AA-4EEC-A19D-AA52293F645A}" dt="2026-05-05T05:56:07.124" v="11896" actId="571"/>
          <ac:spMkLst>
            <pc:docMk/>
            <pc:sldMk cId="2053893825" sldId="442"/>
            <ac:spMk id="37" creationId="{0B8441BA-E8EC-1187-B38F-8394DB87287A}"/>
          </ac:spMkLst>
        </pc:spChg>
        <pc:spChg chg="add mod">
          <ac:chgData name="석주 이" userId="b6553f64e91d015d" providerId="LiveId" clId="{7E74A06A-B2AA-4EEC-A19D-AA52293F645A}" dt="2026-05-05T09:49:25.483" v="22285" actId="403"/>
          <ac:spMkLst>
            <pc:docMk/>
            <pc:sldMk cId="2053893825" sldId="442"/>
            <ac:spMk id="38" creationId="{A623AEC1-191E-A4A3-C9F4-D6ADA68FBF8E}"/>
          </ac:spMkLst>
        </pc:spChg>
        <pc:spChg chg="add mod topLvl">
          <ac:chgData name="석주 이" userId="b6553f64e91d015d" providerId="LiveId" clId="{7E74A06A-B2AA-4EEC-A19D-AA52293F645A}" dt="2026-05-05T06:41:32.786" v="13803" actId="20577"/>
          <ac:spMkLst>
            <pc:docMk/>
            <pc:sldMk cId="2053893825" sldId="442"/>
            <ac:spMk id="39" creationId="{FFC847DB-8925-57BA-01BE-2F7F6044E07B}"/>
          </ac:spMkLst>
        </pc:spChg>
        <pc:spChg chg="add mod topLvl">
          <ac:chgData name="석주 이" userId="b6553f64e91d015d" providerId="LiveId" clId="{7E74A06A-B2AA-4EEC-A19D-AA52293F645A}" dt="2026-05-05T06:41:37.149" v="13804"/>
          <ac:spMkLst>
            <pc:docMk/>
            <pc:sldMk cId="2053893825" sldId="442"/>
            <ac:spMk id="48" creationId="{A868A336-16B2-2E7E-5A85-B42CD6649AF8}"/>
          </ac:spMkLst>
        </pc:spChg>
        <pc:spChg chg="add mod topLvl">
          <ac:chgData name="석주 이" userId="b6553f64e91d015d" providerId="LiveId" clId="{7E74A06A-B2AA-4EEC-A19D-AA52293F645A}" dt="2026-05-05T06:20:44.903" v="13233" actId="14100"/>
          <ac:spMkLst>
            <pc:docMk/>
            <pc:sldMk cId="2053893825" sldId="442"/>
            <ac:spMk id="49" creationId="{D7825CD7-98E4-5109-9BD3-D92A04B87878}"/>
          </ac:spMkLst>
        </pc:spChg>
        <pc:spChg chg="add del mod">
          <ac:chgData name="석주 이" userId="b6553f64e91d015d" providerId="LiveId" clId="{7E74A06A-B2AA-4EEC-A19D-AA52293F645A}" dt="2026-05-05T06:24:34.763" v="13411" actId="478"/>
          <ac:spMkLst>
            <pc:docMk/>
            <pc:sldMk cId="2053893825" sldId="442"/>
            <ac:spMk id="50" creationId="{FC57CEF9-CCE3-13C2-2D2B-C4E57FFAF069}"/>
          </ac:spMkLst>
        </pc:spChg>
        <pc:grpChg chg="add del mod">
          <ac:chgData name="석주 이" userId="b6553f64e91d015d" providerId="LiveId" clId="{7E74A06A-B2AA-4EEC-A19D-AA52293F645A}" dt="2026-05-05T05:36:03.547" v="11037" actId="165"/>
          <ac:grpSpMkLst>
            <pc:docMk/>
            <pc:sldMk cId="2053893825" sldId="442"/>
            <ac:grpSpMk id="13" creationId="{55C9214A-B720-44EB-5370-281FAF46F0A8}"/>
          </ac:grpSpMkLst>
        </pc:grpChg>
        <pc:grpChg chg="add del mod">
          <ac:chgData name="석주 이" userId="b6553f64e91d015d" providerId="LiveId" clId="{7E74A06A-B2AA-4EEC-A19D-AA52293F645A}" dt="2026-05-05T06:20:40.138" v="13232" actId="165"/>
          <ac:grpSpMkLst>
            <pc:docMk/>
            <pc:sldMk cId="2053893825" sldId="442"/>
            <ac:grpSpMk id="20" creationId="{387AF325-EC7B-7133-F93C-8FA9D69AAFF5}"/>
          </ac:grpSpMkLst>
        </pc:grpChg>
        <pc:grpChg chg="add mod">
          <ac:chgData name="석주 이" userId="b6553f64e91d015d" providerId="LiveId" clId="{7E74A06A-B2AA-4EEC-A19D-AA52293F645A}" dt="2026-05-05T05:43:06.113" v="11256" actId="14100"/>
          <ac:grpSpMkLst>
            <pc:docMk/>
            <pc:sldMk cId="2053893825" sldId="442"/>
            <ac:grpSpMk id="28" creationId="{DE56640E-1E85-ED1E-6FCA-416CCA5E8A8F}"/>
          </ac:grpSpMkLst>
        </pc:grpChg>
        <pc:grpChg chg="add mod">
          <ac:chgData name="석주 이" userId="b6553f64e91d015d" providerId="LiveId" clId="{7E74A06A-B2AA-4EEC-A19D-AA52293F645A}" dt="2026-05-05T06:20:36.960" v="13230" actId="14100"/>
          <ac:grpSpMkLst>
            <pc:docMk/>
            <pc:sldMk cId="2053893825" sldId="442"/>
            <ac:grpSpMk id="36" creationId="{A3247059-BDFE-0B3B-6AC3-0A56F094C253}"/>
          </ac:grpSpMkLst>
        </pc:grpChg>
        <pc:grpChg chg="mod">
          <ac:chgData name="석주 이" userId="b6553f64e91d015d" providerId="LiveId" clId="{7E74A06A-B2AA-4EEC-A19D-AA52293F645A}" dt="2026-05-05T06:25:14.688" v="13416" actId="14100"/>
          <ac:grpSpMkLst>
            <pc:docMk/>
            <pc:sldMk cId="2053893825" sldId="442"/>
            <ac:grpSpMk id="51" creationId="{14DD48C2-C44C-25F9-5B5E-6FB5E2B4194A}"/>
          </ac:grpSpMkLst>
        </pc:grpChg>
        <pc:cxnChg chg="add mod">
          <ac:chgData name="석주 이" userId="b6553f64e91d015d" providerId="LiveId" clId="{7E74A06A-B2AA-4EEC-A19D-AA52293F645A}" dt="2026-05-05T05:34:23.052" v="10788"/>
          <ac:cxnSpMkLst>
            <pc:docMk/>
            <pc:sldMk cId="2053893825" sldId="442"/>
            <ac:cxnSpMk id="5" creationId="{C304E4AB-1294-9B01-5EEC-191D4755019F}"/>
          </ac:cxnSpMkLst>
        </pc:cxnChg>
        <pc:cxnChg chg="add del mod">
          <ac:chgData name="석주 이" userId="b6553f64e91d015d" providerId="LiveId" clId="{7E74A06A-B2AA-4EEC-A19D-AA52293F645A}" dt="2026-05-05T05:35:25.765" v="10986" actId="478"/>
          <ac:cxnSpMkLst>
            <pc:docMk/>
            <pc:sldMk cId="2053893825" sldId="442"/>
            <ac:cxnSpMk id="9" creationId="{9DE91C3A-C445-89FD-4383-4F1C5910FBAB}"/>
          </ac:cxnSpMkLst>
        </pc:cxnChg>
        <pc:cxnChg chg="add mod">
          <ac:chgData name="석주 이" userId="b6553f64e91d015d" providerId="LiveId" clId="{7E74A06A-B2AA-4EEC-A19D-AA52293F645A}" dt="2026-05-05T05:41:52.298" v="11192" actId="571"/>
          <ac:cxnSpMkLst>
            <pc:docMk/>
            <pc:sldMk cId="2053893825" sldId="442"/>
            <ac:cxnSpMk id="26" creationId="{7D870EF2-19B8-8BF0-2B28-DA97CCFBF5E9}"/>
          </ac:cxnSpMkLst>
        </pc:cxnChg>
      </pc:sldChg>
      <pc:sldChg chg="addSp modSp add del">
        <pc:chgData name="석주 이" userId="b6553f64e91d015d" providerId="LiveId" clId="{7E74A06A-B2AA-4EEC-A19D-AA52293F645A}" dt="2026-05-05T10:12:57.290" v="23463" actId="47"/>
        <pc:sldMkLst>
          <pc:docMk/>
          <pc:sldMk cId="3017985225" sldId="443"/>
        </pc:sldMkLst>
        <pc:spChg chg="add mod">
          <ac:chgData name="석주 이" userId="b6553f64e91d015d" providerId="LiveId" clId="{7E74A06A-B2AA-4EEC-A19D-AA52293F645A}" dt="2026-05-05T05:00:17.005" v="9479"/>
          <ac:spMkLst>
            <pc:docMk/>
            <pc:sldMk cId="3017985225" sldId="443"/>
            <ac:spMk id="4" creationId="{364A4D14-33CD-1E21-339D-ADCF803CD88E}"/>
          </ac:spMkLst>
        </pc:spChg>
        <pc:spChg chg="add mod">
          <ac:chgData name="석주 이" userId="b6553f64e91d015d" providerId="LiveId" clId="{7E74A06A-B2AA-4EEC-A19D-AA52293F645A}" dt="2026-05-05T05:00:17.005" v="9479"/>
          <ac:spMkLst>
            <pc:docMk/>
            <pc:sldMk cId="3017985225" sldId="443"/>
            <ac:spMk id="8" creationId="{A2E2A060-6A30-9BD9-3241-F8CFB80E1DF8}"/>
          </ac:spMkLst>
        </pc:spChg>
        <pc:spChg chg="add mod">
          <ac:chgData name="석주 이" userId="b6553f64e91d015d" providerId="LiveId" clId="{7E74A06A-B2AA-4EEC-A19D-AA52293F645A}" dt="2026-05-05T05:00:17.005" v="9479"/>
          <ac:spMkLst>
            <pc:docMk/>
            <pc:sldMk cId="3017985225" sldId="443"/>
            <ac:spMk id="10" creationId="{143E3BED-C7F5-BE29-BA1B-089E5CC839B5}"/>
          </ac:spMkLst>
        </pc:spChg>
        <pc:spChg chg="add mod">
          <ac:chgData name="석주 이" userId="b6553f64e91d015d" providerId="LiveId" clId="{7E74A06A-B2AA-4EEC-A19D-AA52293F645A}" dt="2026-05-05T05:00:17.005" v="9479"/>
          <ac:spMkLst>
            <pc:docMk/>
            <pc:sldMk cId="3017985225" sldId="443"/>
            <ac:spMk id="11" creationId="{88257EE7-541A-4A75-3279-4FF548C9FA66}"/>
          </ac:spMkLst>
        </pc:spChg>
        <pc:spChg chg="add mod">
          <ac:chgData name="석주 이" userId="b6553f64e91d015d" providerId="LiveId" clId="{7E74A06A-B2AA-4EEC-A19D-AA52293F645A}" dt="2026-05-05T05:00:17.005" v="9479"/>
          <ac:spMkLst>
            <pc:docMk/>
            <pc:sldMk cId="3017985225" sldId="443"/>
            <ac:spMk id="12" creationId="{ACFA47A9-9866-9F17-1580-50DB4125B120}"/>
          </ac:spMkLst>
        </pc:spChg>
        <pc:spChg chg="add mod">
          <ac:chgData name="석주 이" userId="b6553f64e91d015d" providerId="LiveId" clId="{7E74A06A-B2AA-4EEC-A19D-AA52293F645A}" dt="2026-05-05T05:00:17.005" v="9479"/>
          <ac:spMkLst>
            <pc:docMk/>
            <pc:sldMk cId="3017985225" sldId="443"/>
            <ac:spMk id="13" creationId="{159B88E1-2EB9-B878-ACA9-2B71EA8AA70B}"/>
          </ac:spMkLst>
        </pc:spChg>
        <pc:spChg chg="add mod">
          <ac:chgData name="석주 이" userId="b6553f64e91d015d" providerId="LiveId" clId="{7E74A06A-B2AA-4EEC-A19D-AA52293F645A}" dt="2026-05-05T05:00:17.005" v="9479"/>
          <ac:spMkLst>
            <pc:docMk/>
            <pc:sldMk cId="3017985225" sldId="443"/>
            <ac:spMk id="15" creationId="{651E01C5-1E1B-4C15-45B0-3201674425E1}"/>
          </ac:spMkLst>
        </pc:spChg>
        <pc:spChg chg="add mod">
          <ac:chgData name="석주 이" userId="b6553f64e91d015d" providerId="LiveId" clId="{7E74A06A-B2AA-4EEC-A19D-AA52293F645A}" dt="2026-05-05T05:00:17.005" v="9479"/>
          <ac:spMkLst>
            <pc:docMk/>
            <pc:sldMk cId="3017985225" sldId="443"/>
            <ac:spMk id="16" creationId="{DA4A67F1-3860-8183-E23E-69E7D158DC1C}"/>
          </ac:spMkLst>
        </pc:spChg>
        <pc:spChg chg="add mod">
          <ac:chgData name="석주 이" userId="b6553f64e91d015d" providerId="LiveId" clId="{7E74A06A-B2AA-4EEC-A19D-AA52293F645A}" dt="2026-05-05T05:00:17.005" v="9479"/>
          <ac:spMkLst>
            <pc:docMk/>
            <pc:sldMk cId="3017985225" sldId="443"/>
            <ac:spMk id="17" creationId="{3ACBC574-C950-A36F-C5C8-B2B087A7D40F}"/>
          </ac:spMkLst>
        </pc:spChg>
        <pc:spChg chg="add mod">
          <ac:chgData name="석주 이" userId="b6553f64e91d015d" providerId="LiveId" clId="{7E74A06A-B2AA-4EEC-A19D-AA52293F645A}" dt="2026-05-05T05:00:17.005" v="9479"/>
          <ac:spMkLst>
            <pc:docMk/>
            <pc:sldMk cId="3017985225" sldId="443"/>
            <ac:spMk id="18" creationId="{287FACA7-2299-94CD-A187-9DB5A0D7FF9E}"/>
          </ac:spMkLst>
        </pc:spChg>
      </pc:sldChg>
      <pc:sldChg chg="delSp modSp add del mod">
        <pc:chgData name="석주 이" userId="b6553f64e91d015d" providerId="LiveId" clId="{7E74A06A-B2AA-4EEC-A19D-AA52293F645A}" dt="2026-05-05T10:12:57.290" v="23463" actId="47"/>
        <pc:sldMkLst>
          <pc:docMk/>
          <pc:sldMk cId="1811511338" sldId="444"/>
        </pc:sldMkLst>
        <pc:spChg chg="del">
          <ac:chgData name="석주 이" userId="b6553f64e91d015d" providerId="LiveId" clId="{7E74A06A-B2AA-4EEC-A19D-AA52293F645A}" dt="2026-05-05T05:00:28.011" v="9481" actId="478"/>
          <ac:spMkLst>
            <pc:docMk/>
            <pc:sldMk cId="1811511338" sldId="444"/>
            <ac:spMk id="10" creationId="{8F9D5265-F63B-6265-66A3-26F75424278F}"/>
          </ac:spMkLst>
        </pc:spChg>
        <pc:spChg chg="del">
          <ac:chgData name="석주 이" userId="b6553f64e91d015d" providerId="LiveId" clId="{7E74A06A-B2AA-4EEC-A19D-AA52293F645A}" dt="2026-05-05T05:00:28.011" v="9481" actId="478"/>
          <ac:spMkLst>
            <pc:docMk/>
            <pc:sldMk cId="1811511338" sldId="444"/>
            <ac:spMk id="11" creationId="{068B6117-2B60-59D8-3D47-384AACF9F8E1}"/>
          </ac:spMkLst>
        </pc:spChg>
        <pc:spChg chg="del">
          <ac:chgData name="석주 이" userId="b6553f64e91d015d" providerId="LiveId" clId="{7E74A06A-B2AA-4EEC-A19D-AA52293F645A}" dt="2026-05-05T05:00:28.011" v="9481" actId="478"/>
          <ac:spMkLst>
            <pc:docMk/>
            <pc:sldMk cId="1811511338" sldId="444"/>
            <ac:spMk id="12" creationId="{57A4DA50-9103-CDE5-3F06-ED7E38F70344}"/>
          </ac:spMkLst>
        </pc:spChg>
        <pc:spChg chg="del">
          <ac:chgData name="석주 이" userId="b6553f64e91d015d" providerId="LiveId" clId="{7E74A06A-B2AA-4EEC-A19D-AA52293F645A}" dt="2026-05-05T05:00:28.011" v="9481" actId="478"/>
          <ac:spMkLst>
            <pc:docMk/>
            <pc:sldMk cId="1811511338" sldId="444"/>
            <ac:spMk id="13" creationId="{0B6318EC-EF69-8146-BF73-DF8E3F6555ED}"/>
          </ac:spMkLst>
        </pc:spChg>
        <pc:spChg chg="del">
          <ac:chgData name="석주 이" userId="b6553f64e91d015d" providerId="LiveId" clId="{7E74A06A-B2AA-4EEC-A19D-AA52293F645A}" dt="2026-05-05T05:00:28.011" v="9481" actId="478"/>
          <ac:spMkLst>
            <pc:docMk/>
            <pc:sldMk cId="1811511338" sldId="444"/>
            <ac:spMk id="14" creationId="{1CC20D20-AB9F-53C0-9819-F3ECC7E542E4}"/>
          </ac:spMkLst>
        </pc:spChg>
        <pc:spChg chg="del">
          <ac:chgData name="석주 이" userId="b6553f64e91d015d" providerId="LiveId" clId="{7E74A06A-B2AA-4EEC-A19D-AA52293F645A}" dt="2026-05-05T05:00:28.011" v="9481" actId="478"/>
          <ac:spMkLst>
            <pc:docMk/>
            <pc:sldMk cId="1811511338" sldId="444"/>
            <ac:spMk id="15" creationId="{8DA3C5DA-4D2E-10F9-ABD7-4BCEA27E4E21}"/>
          </ac:spMkLst>
        </pc:spChg>
        <pc:spChg chg="del">
          <ac:chgData name="석주 이" userId="b6553f64e91d015d" providerId="LiveId" clId="{7E74A06A-B2AA-4EEC-A19D-AA52293F645A}" dt="2026-05-05T05:00:28.011" v="9481" actId="478"/>
          <ac:spMkLst>
            <pc:docMk/>
            <pc:sldMk cId="1811511338" sldId="444"/>
            <ac:spMk id="16" creationId="{3581B871-F0CB-785E-ACBF-A6B09DB39DFC}"/>
          </ac:spMkLst>
        </pc:spChg>
        <pc:spChg chg="del">
          <ac:chgData name="석주 이" userId="b6553f64e91d015d" providerId="LiveId" clId="{7E74A06A-B2AA-4EEC-A19D-AA52293F645A}" dt="2026-05-05T05:00:28.011" v="9481" actId="478"/>
          <ac:spMkLst>
            <pc:docMk/>
            <pc:sldMk cId="1811511338" sldId="444"/>
            <ac:spMk id="17" creationId="{1A66B19F-F091-FC13-C389-D2DB90985C10}"/>
          </ac:spMkLst>
        </pc:spChg>
        <pc:spChg chg="del">
          <ac:chgData name="석주 이" userId="b6553f64e91d015d" providerId="LiveId" clId="{7E74A06A-B2AA-4EEC-A19D-AA52293F645A}" dt="2026-05-05T05:00:28.011" v="9481" actId="478"/>
          <ac:spMkLst>
            <pc:docMk/>
            <pc:sldMk cId="1811511338" sldId="444"/>
            <ac:spMk id="18" creationId="{28283B46-E0B5-77DF-3E69-AE6A34EB2B96}"/>
          </ac:spMkLst>
        </pc:spChg>
        <pc:cxnChg chg="del mod">
          <ac:chgData name="석주 이" userId="b6553f64e91d015d" providerId="LiveId" clId="{7E74A06A-B2AA-4EEC-A19D-AA52293F645A}" dt="2026-05-05T05:00:28.011" v="9481" actId="478"/>
          <ac:cxnSpMkLst>
            <pc:docMk/>
            <pc:sldMk cId="1811511338" sldId="444"/>
            <ac:cxnSpMk id="20" creationId="{17F3E6E6-FBEA-3822-683B-C800FB0CC48D}"/>
          </ac:cxnSpMkLst>
        </pc:cxnChg>
      </pc:sldChg>
      <pc:sldChg chg="addSp modSp add del">
        <pc:chgData name="석주 이" userId="b6553f64e91d015d" providerId="LiveId" clId="{7E74A06A-B2AA-4EEC-A19D-AA52293F645A}" dt="2026-05-05T10:12:57.290" v="23463" actId="47"/>
        <pc:sldMkLst>
          <pc:docMk/>
          <pc:sldMk cId="2392271262" sldId="445"/>
        </pc:sldMkLst>
        <pc:cxnChg chg="add mod">
          <ac:chgData name="석주 이" userId="b6553f64e91d015d" providerId="LiveId" clId="{7E74A06A-B2AA-4EEC-A19D-AA52293F645A}" dt="2026-05-05T07:06:11.983" v="14977"/>
          <ac:cxnSpMkLst>
            <pc:docMk/>
            <pc:sldMk cId="2392271262" sldId="445"/>
            <ac:cxnSpMk id="8" creationId="{46391E23-D6C8-5347-2162-4BBA258C7CFF}"/>
          </ac:cxnSpMkLst>
        </pc:cxnChg>
      </pc:sldChg>
      <pc:sldChg chg="addSp delSp modSp add mod">
        <pc:chgData name="석주 이" userId="b6553f64e91d015d" providerId="LiveId" clId="{7E74A06A-B2AA-4EEC-A19D-AA52293F645A}" dt="2026-05-05T10:59:56.394" v="25480" actId="108"/>
        <pc:sldMkLst>
          <pc:docMk/>
          <pc:sldMk cId="2675796334" sldId="446"/>
        </pc:sldMkLst>
        <pc:spChg chg="mod">
          <ac:chgData name="석주 이" userId="b6553f64e91d015d" providerId="LiveId" clId="{7E74A06A-B2AA-4EEC-A19D-AA52293F645A}" dt="2026-05-05T10:59:56.394" v="25480" actId="108"/>
          <ac:spMkLst>
            <pc:docMk/>
            <pc:sldMk cId="2675796334" sldId="446"/>
            <ac:spMk id="2" creationId="{2BB1DFA1-A32A-AAAE-AAE9-257168AA80CB}"/>
          </ac:spMkLst>
        </pc:spChg>
        <pc:spChg chg="mod">
          <ac:chgData name="석주 이" userId="b6553f64e91d015d" providerId="LiveId" clId="{7E74A06A-B2AA-4EEC-A19D-AA52293F645A}" dt="2026-05-05T07:24:55.805" v="15916" actId="20577"/>
          <ac:spMkLst>
            <pc:docMk/>
            <pc:sldMk cId="2675796334" sldId="446"/>
            <ac:spMk id="4" creationId="{7BE9BEB0-5603-1F30-105D-B506A6CDE51B}"/>
          </ac:spMkLst>
        </pc:spChg>
        <pc:spChg chg="add mod topLvl">
          <ac:chgData name="석주 이" userId="b6553f64e91d015d" providerId="LiveId" clId="{7E74A06A-B2AA-4EEC-A19D-AA52293F645A}" dt="2026-05-05T07:19:26.303" v="15390" actId="165"/>
          <ac:spMkLst>
            <pc:docMk/>
            <pc:sldMk cId="2675796334" sldId="446"/>
            <ac:spMk id="8" creationId="{7DC444E9-FE39-F6B0-C115-D305FCF9EE85}"/>
          </ac:spMkLst>
        </pc:spChg>
        <pc:spChg chg="add del mod">
          <ac:chgData name="석주 이" userId="b6553f64e91d015d" providerId="LiveId" clId="{7E74A06A-B2AA-4EEC-A19D-AA52293F645A}" dt="2026-05-05T07:23:51.799" v="15882" actId="478"/>
          <ac:spMkLst>
            <pc:docMk/>
            <pc:sldMk cId="2675796334" sldId="446"/>
            <ac:spMk id="9" creationId="{B6420B0A-0641-9522-E1F6-2AE55A1E3FE0}"/>
          </ac:spMkLst>
        </pc:spChg>
        <pc:spChg chg="del">
          <ac:chgData name="석주 이" userId="b6553f64e91d015d" providerId="LiveId" clId="{7E74A06A-B2AA-4EEC-A19D-AA52293F645A}" dt="2026-05-05T06:48:22.937" v="13832" actId="478"/>
          <ac:spMkLst>
            <pc:docMk/>
            <pc:sldMk cId="2675796334" sldId="446"/>
            <ac:spMk id="10" creationId="{975FD898-8061-BC3D-3191-2C015F77687E}"/>
          </ac:spMkLst>
        </pc:spChg>
        <pc:spChg chg="add del mod">
          <ac:chgData name="석주 이" userId="b6553f64e91d015d" providerId="LiveId" clId="{7E74A06A-B2AA-4EEC-A19D-AA52293F645A}" dt="2026-05-05T07:23:51.799" v="15882" actId="478"/>
          <ac:spMkLst>
            <pc:docMk/>
            <pc:sldMk cId="2675796334" sldId="446"/>
            <ac:spMk id="13" creationId="{4AF9096C-95FD-45FF-15A3-B476C0096BD9}"/>
          </ac:spMkLst>
        </pc:spChg>
        <pc:spChg chg="del">
          <ac:chgData name="석주 이" userId="b6553f64e91d015d" providerId="LiveId" clId="{7E74A06A-B2AA-4EEC-A19D-AA52293F645A}" dt="2026-05-05T06:48:22.937" v="13832" actId="478"/>
          <ac:spMkLst>
            <pc:docMk/>
            <pc:sldMk cId="2675796334" sldId="446"/>
            <ac:spMk id="14" creationId="{46883D91-4051-DE60-5574-AE51CCF759B3}"/>
          </ac:spMkLst>
        </pc:spChg>
        <pc:spChg chg="del">
          <ac:chgData name="석주 이" userId="b6553f64e91d015d" providerId="LiveId" clId="{7E74A06A-B2AA-4EEC-A19D-AA52293F645A}" dt="2026-05-05T06:48:22.937" v="13832" actId="478"/>
          <ac:spMkLst>
            <pc:docMk/>
            <pc:sldMk cId="2675796334" sldId="446"/>
            <ac:spMk id="16" creationId="{BA790C41-7A44-5E3E-B576-0D2EE38D59DE}"/>
          </ac:spMkLst>
        </pc:spChg>
        <pc:spChg chg="del">
          <ac:chgData name="석주 이" userId="b6553f64e91d015d" providerId="LiveId" clId="{7E74A06A-B2AA-4EEC-A19D-AA52293F645A}" dt="2026-05-05T06:48:22.937" v="13832" actId="478"/>
          <ac:spMkLst>
            <pc:docMk/>
            <pc:sldMk cId="2675796334" sldId="446"/>
            <ac:spMk id="17" creationId="{680EEACE-D9BF-5A7A-DA34-D253AC05CA09}"/>
          </ac:spMkLst>
        </pc:spChg>
        <pc:spChg chg="del">
          <ac:chgData name="석주 이" userId="b6553f64e91d015d" providerId="LiveId" clId="{7E74A06A-B2AA-4EEC-A19D-AA52293F645A}" dt="2026-05-05T06:48:22.937" v="13832" actId="478"/>
          <ac:spMkLst>
            <pc:docMk/>
            <pc:sldMk cId="2675796334" sldId="446"/>
            <ac:spMk id="19" creationId="{182D1124-30E2-E16F-E6D7-B700886307C3}"/>
          </ac:spMkLst>
        </pc:spChg>
        <pc:spChg chg="add mod topLvl">
          <ac:chgData name="석주 이" userId="b6553f64e91d015d" providerId="LiveId" clId="{7E74A06A-B2AA-4EEC-A19D-AA52293F645A}" dt="2026-05-05T07:19:26.303" v="15390" actId="165"/>
          <ac:spMkLst>
            <pc:docMk/>
            <pc:sldMk cId="2675796334" sldId="446"/>
            <ac:spMk id="20" creationId="{25E8023F-74D2-5AAC-70A3-E1DDFC26F647}"/>
          </ac:spMkLst>
        </pc:spChg>
        <pc:spChg chg="del">
          <ac:chgData name="석주 이" userId="b6553f64e91d015d" providerId="LiveId" clId="{7E74A06A-B2AA-4EEC-A19D-AA52293F645A}" dt="2026-05-05T06:48:22.937" v="13832" actId="478"/>
          <ac:spMkLst>
            <pc:docMk/>
            <pc:sldMk cId="2675796334" sldId="446"/>
            <ac:spMk id="21" creationId="{DBEEA6F8-AE58-DE7F-2701-2100E39DBCE7}"/>
          </ac:spMkLst>
        </pc:spChg>
        <pc:spChg chg="del">
          <ac:chgData name="석주 이" userId="b6553f64e91d015d" providerId="LiveId" clId="{7E74A06A-B2AA-4EEC-A19D-AA52293F645A}" dt="2026-05-05T06:48:22.937" v="13832" actId="478"/>
          <ac:spMkLst>
            <pc:docMk/>
            <pc:sldMk cId="2675796334" sldId="446"/>
            <ac:spMk id="22" creationId="{0C6203BB-8484-2774-521D-D073F5899555}"/>
          </ac:spMkLst>
        </pc:spChg>
        <pc:spChg chg="add mod">
          <ac:chgData name="석주 이" userId="b6553f64e91d015d" providerId="LiveId" clId="{7E74A06A-B2AA-4EEC-A19D-AA52293F645A}" dt="2026-05-05T06:55:20.582" v="14178" actId="465"/>
          <ac:spMkLst>
            <pc:docMk/>
            <pc:sldMk cId="2675796334" sldId="446"/>
            <ac:spMk id="24" creationId="{7A1FCA54-18D7-B1BC-259C-BE9C997218E8}"/>
          </ac:spMkLst>
        </pc:spChg>
        <pc:spChg chg="add mod topLvl">
          <ac:chgData name="석주 이" userId="b6553f64e91d015d" providerId="LiveId" clId="{7E74A06A-B2AA-4EEC-A19D-AA52293F645A}" dt="2026-05-05T09:43:00.583" v="22106" actId="20577"/>
          <ac:spMkLst>
            <pc:docMk/>
            <pc:sldMk cId="2675796334" sldId="446"/>
            <ac:spMk id="25" creationId="{9FD7B16C-A5B3-21F3-D8DC-46FC3A53205E}"/>
          </ac:spMkLst>
        </pc:spChg>
        <pc:spChg chg="add mod">
          <ac:chgData name="석주 이" userId="b6553f64e91d015d" providerId="LiveId" clId="{7E74A06A-B2AA-4EEC-A19D-AA52293F645A}" dt="2026-05-05T07:19:23.236" v="15388" actId="164"/>
          <ac:spMkLst>
            <pc:docMk/>
            <pc:sldMk cId="2675796334" sldId="446"/>
            <ac:spMk id="26" creationId="{CE4436D7-5148-E52A-E093-D6844F536472}"/>
          </ac:spMkLst>
        </pc:spChg>
        <pc:spChg chg="add mod">
          <ac:chgData name="석주 이" userId="b6553f64e91d015d" providerId="LiveId" clId="{7E74A06A-B2AA-4EEC-A19D-AA52293F645A}" dt="2026-05-05T06:57:15.857" v="14376" actId="571"/>
          <ac:spMkLst>
            <pc:docMk/>
            <pc:sldMk cId="2675796334" sldId="446"/>
            <ac:spMk id="27" creationId="{89ADFE02-1A73-15F8-97D1-05F5E190B3C2}"/>
          </ac:spMkLst>
        </pc:spChg>
        <pc:spChg chg="add mod topLvl">
          <ac:chgData name="석주 이" userId="b6553f64e91d015d" providerId="LiveId" clId="{7E74A06A-B2AA-4EEC-A19D-AA52293F645A}" dt="2026-05-05T07:19:26.303" v="15390" actId="165"/>
          <ac:spMkLst>
            <pc:docMk/>
            <pc:sldMk cId="2675796334" sldId="446"/>
            <ac:spMk id="28" creationId="{5FFB1E71-C192-FFCE-E9AB-2DCB24F4CE2F}"/>
          </ac:spMkLst>
        </pc:spChg>
        <pc:spChg chg="add mod topLvl">
          <ac:chgData name="석주 이" userId="b6553f64e91d015d" providerId="LiveId" clId="{7E74A06A-B2AA-4EEC-A19D-AA52293F645A}" dt="2026-05-05T07:19:26.303" v="15390" actId="165"/>
          <ac:spMkLst>
            <pc:docMk/>
            <pc:sldMk cId="2675796334" sldId="446"/>
            <ac:spMk id="30" creationId="{8DFD0878-B0FD-F504-1EC8-7C7B5EB1E53B}"/>
          </ac:spMkLst>
        </pc:spChg>
        <pc:spChg chg="add mod topLvl">
          <ac:chgData name="석주 이" userId="b6553f64e91d015d" providerId="LiveId" clId="{7E74A06A-B2AA-4EEC-A19D-AA52293F645A}" dt="2026-05-05T07:19:26.303" v="15390" actId="165"/>
          <ac:spMkLst>
            <pc:docMk/>
            <pc:sldMk cId="2675796334" sldId="446"/>
            <ac:spMk id="31" creationId="{243708DE-F971-32C4-013F-CCB510BBED06}"/>
          </ac:spMkLst>
        </pc:spChg>
        <pc:spChg chg="add mod topLvl">
          <ac:chgData name="석주 이" userId="b6553f64e91d015d" providerId="LiveId" clId="{7E74A06A-B2AA-4EEC-A19D-AA52293F645A}" dt="2026-05-05T07:04:44.652" v="14880" actId="164"/>
          <ac:spMkLst>
            <pc:docMk/>
            <pc:sldMk cId="2675796334" sldId="446"/>
            <ac:spMk id="32" creationId="{8A2FE9BE-A476-7B7A-4834-B6B8060AE580}"/>
          </ac:spMkLst>
        </pc:spChg>
        <pc:spChg chg="add mod topLvl">
          <ac:chgData name="석주 이" userId="b6553f64e91d015d" providerId="LiveId" clId="{7E74A06A-B2AA-4EEC-A19D-AA52293F645A}" dt="2026-05-05T07:04:44.652" v="14880" actId="164"/>
          <ac:spMkLst>
            <pc:docMk/>
            <pc:sldMk cId="2675796334" sldId="446"/>
            <ac:spMk id="33" creationId="{8FB18335-CF20-647B-0323-3DD643AE9D5B}"/>
          </ac:spMkLst>
        </pc:spChg>
        <pc:spChg chg="del">
          <ac:chgData name="석주 이" userId="b6553f64e91d015d" providerId="LiveId" clId="{7E74A06A-B2AA-4EEC-A19D-AA52293F645A}" dt="2026-05-05T06:48:22.937" v="13832" actId="478"/>
          <ac:spMkLst>
            <pc:docMk/>
            <pc:sldMk cId="2675796334" sldId="446"/>
            <ac:spMk id="38" creationId="{52260233-5AC7-8906-3415-F31E717A3380}"/>
          </ac:spMkLst>
        </pc:spChg>
        <pc:spChg chg="mod">
          <ac:chgData name="석주 이" userId="b6553f64e91d015d" providerId="LiveId" clId="{7E74A06A-B2AA-4EEC-A19D-AA52293F645A}" dt="2026-05-05T07:24:57.234" v="15918" actId="1076"/>
          <ac:spMkLst>
            <pc:docMk/>
            <pc:sldMk cId="2675796334" sldId="446"/>
            <ac:spMk id="40" creationId="{63D3E8CC-831E-C427-E4C8-E8210F10A9E6}"/>
          </ac:spMkLst>
        </pc:spChg>
        <pc:spChg chg="del">
          <ac:chgData name="석주 이" userId="b6553f64e91d015d" providerId="LiveId" clId="{7E74A06A-B2AA-4EEC-A19D-AA52293F645A}" dt="2026-05-05T06:48:22.937" v="13832" actId="478"/>
          <ac:spMkLst>
            <pc:docMk/>
            <pc:sldMk cId="2675796334" sldId="446"/>
            <ac:spMk id="48" creationId="{2A0A1F1E-D01C-CB44-FB4A-255BBD963BE0}"/>
          </ac:spMkLst>
        </pc:spChg>
        <pc:spChg chg="del">
          <ac:chgData name="석주 이" userId="b6553f64e91d015d" providerId="LiveId" clId="{7E74A06A-B2AA-4EEC-A19D-AA52293F645A}" dt="2026-05-05T06:48:22.937" v="13832" actId="478"/>
          <ac:spMkLst>
            <pc:docMk/>
            <pc:sldMk cId="2675796334" sldId="446"/>
            <ac:spMk id="49" creationId="{FB3CC347-9A2B-6FBE-8DB7-2F5C6C7B9FB8}"/>
          </ac:spMkLst>
        </pc:spChg>
        <pc:spChg chg="add mod topLvl">
          <ac:chgData name="석주 이" userId="b6553f64e91d015d" providerId="LiveId" clId="{7E74A06A-B2AA-4EEC-A19D-AA52293F645A}" dt="2026-05-05T07:19:26.303" v="15390" actId="165"/>
          <ac:spMkLst>
            <pc:docMk/>
            <pc:sldMk cId="2675796334" sldId="446"/>
            <ac:spMk id="50" creationId="{0B1B87B2-3BFE-BC8E-F122-1C9D4B772FF8}"/>
          </ac:spMkLst>
        </pc:spChg>
        <pc:spChg chg="add mod">
          <ac:chgData name="석주 이" userId="b6553f64e91d015d" providerId="LiveId" clId="{7E74A06A-B2AA-4EEC-A19D-AA52293F645A}" dt="2026-05-05T07:19:23.236" v="15388" actId="164"/>
          <ac:spMkLst>
            <pc:docMk/>
            <pc:sldMk cId="2675796334" sldId="446"/>
            <ac:spMk id="62" creationId="{9B17B50A-3096-48A7-DE28-93D698B4F646}"/>
          </ac:spMkLst>
        </pc:spChg>
        <pc:spChg chg="add mod topLvl">
          <ac:chgData name="석주 이" userId="b6553f64e91d015d" providerId="LiveId" clId="{7E74A06A-B2AA-4EEC-A19D-AA52293F645A}" dt="2026-05-05T07:19:26.303" v="15390" actId="165"/>
          <ac:spMkLst>
            <pc:docMk/>
            <pc:sldMk cId="2675796334" sldId="446"/>
            <ac:spMk id="63" creationId="{1D2D6207-BC06-86B2-66BB-1C21638C7A5E}"/>
          </ac:spMkLst>
        </pc:spChg>
        <pc:spChg chg="add mod topLvl">
          <ac:chgData name="석주 이" userId="b6553f64e91d015d" providerId="LiveId" clId="{7E74A06A-B2AA-4EEC-A19D-AA52293F645A}" dt="2026-05-05T07:19:26.303" v="15390" actId="165"/>
          <ac:spMkLst>
            <pc:docMk/>
            <pc:sldMk cId="2675796334" sldId="446"/>
            <ac:spMk id="64" creationId="{4B3876FE-EC6D-E6F9-06BF-5B3806FCF181}"/>
          </ac:spMkLst>
        </pc:spChg>
        <pc:spChg chg="add mod topLvl">
          <ac:chgData name="석주 이" userId="b6553f64e91d015d" providerId="LiveId" clId="{7E74A06A-B2AA-4EEC-A19D-AA52293F645A}" dt="2026-05-05T07:19:26.303" v="15390" actId="165"/>
          <ac:spMkLst>
            <pc:docMk/>
            <pc:sldMk cId="2675796334" sldId="446"/>
            <ac:spMk id="66" creationId="{09A4465C-8BD6-FBF2-D973-A6875C03539F}"/>
          </ac:spMkLst>
        </pc:spChg>
        <pc:spChg chg="add mod">
          <ac:chgData name="석주 이" userId="b6553f64e91d015d" providerId="LiveId" clId="{7E74A06A-B2AA-4EEC-A19D-AA52293F645A}" dt="2026-05-05T07:07:54.657" v="15041"/>
          <ac:spMkLst>
            <pc:docMk/>
            <pc:sldMk cId="2675796334" sldId="446"/>
            <ac:spMk id="67" creationId="{50D6891F-15F3-65A4-6CA0-FD23A5561383}"/>
          </ac:spMkLst>
        </pc:spChg>
        <pc:spChg chg="add mod">
          <ac:chgData name="석주 이" userId="b6553f64e91d015d" providerId="LiveId" clId="{7E74A06A-B2AA-4EEC-A19D-AA52293F645A}" dt="2026-05-05T07:08:03.006" v="15053" actId="20577"/>
          <ac:spMkLst>
            <pc:docMk/>
            <pc:sldMk cId="2675796334" sldId="446"/>
            <ac:spMk id="68" creationId="{137ED838-21DD-EBF7-3258-1A3F9F3D3B7E}"/>
          </ac:spMkLst>
        </pc:spChg>
        <pc:spChg chg="add mod">
          <ac:chgData name="석주 이" userId="b6553f64e91d015d" providerId="LiveId" clId="{7E74A06A-B2AA-4EEC-A19D-AA52293F645A}" dt="2026-05-05T07:24:17.272" v="15883" actId="1076"/>
          <ac:spMkLst>
            <pc:docMk/>
            <pc:sldMk cId="2675796334" sldId="446"/>
            <ac:spMk id="73" creationId="{A68CA61B-7213-483E-82CD-8E3C9F24DFBF}"/>
          </ac:spMkLst>
        </pc:spChg>
        <pc:spChg chg="add mod">
          <ac:chgData name="석주 이" userId="b6553f64e91d015d" providerId="LiveId" clId="{7E74A06A-B2AA-4EEC-A19D-AA52293F645A}" dt="2026-05-05T07:24:17.272" v="15883" actId="1076"/>
          <ac:spMkLst>
            <pc:docMk/>
            <pc:sldMk cId="2675796334" sldId="446"/>
            <ac:spMk id="75" creationId="{E2C68438-2359-8F2A-ED48-77D9D5784477}"/>
          </ac:spMkLst>
        </pc:spChg>
        <pc:spChg chg="add del mod">
          <ac:chgData name="석주 이" userId="b6553f64e91d015d" providerId="LiveId" clId="{7E74A06A-B2AA-4EEC-A19D-AA52293F645A}" dt="2026-05-05T07:24:17.272" v="15883" actId="1076"/>
          <ac:spMkLst>
            <pc:docMk/>
            <pc:sldMk cId="2675796334" sldId="446"/>
            <ac:spMk id="76" creationId="{3775437C-EC53-BA98-7E67-81BD80186F51}"/>
          </ac:spMkLst>
        </pc:spChg>
        <pc:spChg chg="add mod">
          <ac:chgData name="석주 이" userId="b6553f64e91d015d" providerId="LiveId" clId="{7E74A06A-B2AA-4EEC-A19D-AA52293F645A}" dt="2026-05-05T07:24:17.272" v="15883" actId="1076"/>
          <ac:spMkLst>
            <pc:docMk/>
            <pc:sldMk cId="2675796334" sldId="446"/>
            <ac:spMk id="77" creationId="{FA70918C-E14B-4914-33B1-5C11F66EEB6D}"/>
          </ac:spMkLst>
        </pc:spChg>
        <pc:spChg chg="add mod">
          <ac:chgData name="석주 이" userId="b6553f64e91d015d" providerId="LiveId" clId="{7E74A06A-B2AA-4EEC-A19D-AA52293F645A}" dt="2026-05-05T07:25:15.159" v="15941" actId="20577"/>
          <ac:spMkLst>
            <pc:docMk/>
            <pc:sldMk cId="2675796334" sldId="446"/>
            <ac:spMk id="78" creationId="{A9B505E5-7A97-79D5-CDC1-DDD26F8E5EF3}"/>
          </ac:spMkLst>
        </pc:spChg>
        <pc:grpChg chg="add del mod">
          <ac:chgData name="석주 이" userId="b6553f64e91d015d" providerId="LiveId" clId="{7E74A06A-B2AA-4EEC-A19D-AA52293F645A}" dt="2026-05-05T07:04:39.885" v="14878" actId="165"/>
          <ac:grpSpMkLst>
            <pc:docMk/>
            <pc:sldMk cId="2675796334" sldId="446"/>
            <ac:grpSpMk id="36" creationId="{D901B0FF-BBFA-D945-AC75-2883DA2BAB57}"/>
          </ac:grpSpMkLst>
        </pc:grpChg>
        <pc:grpChg chg="add mod">
          <ac:chgData name="석주 이" userId="b6553f64e91d015d" providerId="LiveId" clId="{7E74A06A-B2AA-4EEC-A19D-AA52293F645A}" dt="2026-05-05T07:04:46.021" v="14881" actId="14100"/>
          <ac:grpSpMkLst>
            <pc:docMk/>
            <pc:sldMk cId="2675796334" sldId="446"/>
            <ac:grpSpMk id="37" creationId="{C7F0E81C-F9CD-3080-AD46-8BEB06B026B6}"/>
          </ac:grpSpMkLst>
        </pc:grpChg>
        <pc:grpChg chg="mod">
          <ac:chgData name="석주 이" userId="b6553f64e91d015d" providerId="LiveId" clId="{7E74A06A-B2AA-4EEC-A19D-AA52293F645A}" dt="2026-05-05T07:19:25.154" v="15389" actId="14100"/>
          <ac:grpSpMkLst>
            <pc:docMk/>
            <pc:sldMk cId="2675796334" sldId="446"/>
            <ac:grpSpMk id="74" creationId="{9A06308C-DB92-10FE-6583-B9C7D950DD33}"/>
          </ac:grpSpMkLst>
        </pc:grpChg>
        <pc:picChg chg="add mod">
          <ac:chgData name="석주 이" userId="b6553f64e91d015d" providerId="LiveId" clId="{7E74A06A-B2AA-4EEC-A19D-AA52293F645A}" dt="2026-05-05T07:24:17.272" v="15883" actId="1076"/>
          <ac:picMkLst>
            <pc:docMk/>
            <pc:sldMk cId="2675796334" sldId="446"/>
            <ac:picMk id="70" creationId="{90C801FF-3DDD-D0AC-3A1E-1CC8013426BF}"/>
          </ac:picMkLst>
        </pc:picChg>
        <pc:picChg chg="add mod">
          <ac:chgData name="석주 이" userId="b6553f64e91d015d" providerId="LiveId" clId="{7E74A06A-B2AA-4EEC-A19D-AA52293F645A}" dt="2026-05-05T07:24:17.272" v="15883" actId="1076"/>
          <ac:picMkLst>
            <pc:docMk/>
            <pc:sldMk cId="2675796334" sldId="446"/>
            <ac:picMk id="72" creationId="{AA4B4F2C-AFF0-2AA9-FE1B-F672D01DB241}"/>
          </ac:picMkLst>
        </pc:picChg>
        <pc:cxnChg chg="add mod">
          <ac:chgData name="석주 이" userId="b6553f64e91d015d" providerId="LiveId" clId="{7E74A06A-B2AA-4EEC-A19D-AA52293F645A}" dt="2026-05-05T07:06:19.284" v="14980" actId="14100"/>
          <ac:cxnSpMkLst>
            <pc:docMk/>
            <pc:sldMk cId="2675796334" sldId="446"/>
            <ac:cxnSpMk id="51" creationId="{ABE879C1-E121-A0B5-7B5F-FEAE5BB9B002}"/>
          </ac:cxnSpMkLst>
        </pc:cxnChg>
        <pc:cxnChg chg="add mod">
          <ac:chgData name="석주 이" userId="b6553f64e91d015d" providerId="LiveId" clId="{7E74A06A-B2AA-4EEC-A19D-AA52293F645A}" dt="2026-05-05T07:06:26.389" v="14985" actId="14100"/>
          <ac:cxnSpMkLst>
            <pc:docMk/>
            <pc:sldMk cId="2675796334" sldId="446"/>
            <ac:cxnSpMk id="54" creationId="{0976201B-560C-9F60-BF3F-4678D579B9A4}"/>
          </ac:cxnSpMkLst>
        </pc:cxnChg>
        <pc:cxnChg chg="add mod">
          <ac:chgData name="석주 이" userId="b6553f64e91d015d" providerId="LiveId" clId="{7E74A06A-B2AA-4EEC-A19D-AA52293F645A}" dt="2026-05-05T07:06:30.061" v="14988" actId="14100"/>
          <ac:cxnSpMkLst>
            <pc:docMk/>
            <pc:sldMk cId="2675796334" sldId="446"/>
            <ac:cxnSpMk id="58" creationId="{C764F2B7-CCA0-F508-4098-C81CFEB63C42}"/>
          </ac:cxnSpMkLst>
        </pc:cxnChg>
        <pc:cxnChg chg="add mod">
          <ac:chgData name="석주 이" userId="b6553f64e91d015d" providerId="LiveId" clId="{7E74A06A-B2AA-4EEC-A19D-AA52293F645A}" dt="2026-05-05T07:06:32.111" v="14990" actId="571"/>
          <ac:cxnSpMkLst>
            <pc:docMk/>
            <pc:sldMk cId="2675796334" sldId="446"/>
            <ac:cxnSpMk id="61" creationId="{9D54FB48-62CB-51BA-59E9-13B926AD2058}"/>
          </ac:cxnSpMkLst>
        </pc:cxnChg>
        <pc:cxnChg chg="add mod">
          <ac:chgData name="석주 이" userId="b6553f64e91d015d" providerId="LiveId" clId="{7E74A06A-B2AA-4EEC-A19D-AA52293F645A}" dt="2026-05-05T07:25:05.678" v="15919" actId="571"/>
          <ac:cxnSpMkLst>
            <pc:docMk/>
            <pc:sldMk cId="2675796334" sldId="446"/>
            <ac:cxnSpMk id="79" creationId="{40B6B940-DBD7-1CF9-5CF3-AF258E3A858F}"/>
          </ac:cxnSpMkLst>
        </pc:cxnChg>
      </pc:sldChg>
      <pc:sldChg chg="addSp delSp modSp add mod">
        <pc:chgData name="석주 이" userId="b6553f64e91d015d" providerId="LiveId" clId="{7E74A06A-B2AA-4EEC-A19D-AA52293F645A}" dt="2026-05-05T10:59:58.590" v="25481" actId="108"/>
        <pc:sldMkLst>
          <pc:docMk/>
          <pc:sldMk cId="1450270077" sldId="447"/>
        </pc:sldMkLst>
        <pc:spChg chg="mod">
          <ac:chgData name="석주 이" userId="b6553f64e91d015d" providerId="LiveId" clId="{7E74A06A-B2AA-4EEC-A19D-AA52293F645A}" dt="2026-05-05T10:59:58.590" v="25481" actId="108"/>
          <ac:spMkLst>
            <pc:docMk/>
            <pc:sldMk cId="1450270077" sldId="447"/>
            <ac:spMk id="2" creationId="{6EEF4DD4-0F38-0D10-C100-9FC805F45927}"/>
          </ac:spMkLst>
        </pc:spChg>
        <pc:spChg chg="mod">
          <ac:chgData name="석주 이" userId="b6553f64e91d015d" providerId="LiveId" clId="{7E74A06A-B2AA-4EEC-A19D-AA52293F645A}" dt="2026-05-05T07:27:01.277" v="16019" actId="20577"/>
          <ac:spMkLst>
            <pc:docMk/>
            <pc:sldMk cId="1450270077" sldId="447"/>
            <ac:spMk id="4" creationId="{52298062-FAD5-57EF-54DB-ACCE9D420C42}"/>
          </ac:spMkLst>
        </pc:spChg>
        <pc:spChg chg="del mod">
          <ac:chgData name="석주 이" userId="b6553f64e91d015d" providerId="LiveId" clId="{7E74A06A-B2AA-4EEC-A19D-AA52293F645A}" dt="2026-05-05T07:59:58.361" v="17615" actId="478"/>
          <ac:spMkLst>
            <pc:docMk/>
            <pc:sldMk cId="1450270077" sldId="447"/>
            <ac:spMk id="8" creationId="{50D4A952-9877-5ECA-E503-F42348C2E181}"/>
          </ac:spMkLst>
        </pc:spChg>
        <pc:spChg chg="del mod">
          <ac:chgData name="석주 이" userId="b6553f64e91d015d" providerId="LiveId" clId="{7E74A06A-B2AA-4EEC-A19D-AA52293F645A}" dt="2026-05-05T07:59:58.361" v="17615" actId="478"/>
          <ac:spMkLst>
            <pc:docMk/>
            <pc:sldMk cId="1450270077" sldId="447"/>
            <ac:spMk id="20" creationId="{815C071A-6716-61D4-EDD0-45ECB11C5589}"/>
          </ac:spMkLst>
        </pc:spChg>
        <pc:spChg chg="del">
          <ac:chgData name="석주 이" userId="b6553f64e91d015d" providerId="LiveId" clId="{7E74A06A-B2AA-4EEC-A19D-AA52293F645A}" dt="2026-05-05T07:27:14.210" v="16023" actId="478"/>
          <ac:spMkLst>
            <pc:docMk/>
            <pc:sldMk cId="1450270077" sldId="447"/>
            <ac:spMk id="24" creationId="{88326EC0-ACC7-9BBD-205E-F00F8B4771B0}"/>
          </ac:spMkLst>
        </pc:spChg>
        <pc:spChg chg="del">
          <ac:chgData name="석주 이" userId="b6553f64e91d015d" providerId="LiveId" clId="{7E74A06A-B2AA-4EEC-A19D-AA52293F645A}" dt="2026-05-05T07:27:14.210" v="16023" actId="478"/>
          <ac:spMkLst>
            <pc:docMk/>
            <pc:sldMk cId="1450270077" sldId="447"/>
            <ac:spMk id="25" creationId="{EA49CF61-5A4A-F7FF-426F-D7D5C1265734}"/>
          </ac:spMkLst>
        </pc:spChg>
        <pc:spChg chg="del mod">
          <ac:chgData name="석주 이" userId="b6553f64e91d015d" providerId="LiveId" clId="{7E74A06A-B2AA-4EEC-A19D-AA52293F645A}" dt="2026-05-05T07:59:58.361" v="17615" actId="478"/>
          <ac:spMkLst>
            <pc:docMk/>
            <pc:sldMk cId="1450270077" sldId="447"/>
            <ac:spMk id="26" creationId="{8DCD87BD-0CE7-7988-1A3B-F9E9DEB8A7EC}"/>
          </ac:spMkLst>
        </pc:spChg>
        <pc:spChg chg="del mod">
          <ac:chgData name="석주 이" userId="b6553f64e91d015d" providerId="LiveId" clId="{7E74A06A-B2AA-4EEC-A19D-AA52293F645A}" dt="2026-05-05T07:59:58.361" v="17615" actId="478"/>
          <ac:spMkLst>
            <pc:docMk/>
            <pc:sldMk cId="1450270077" sldId="447"/>
            <ac:spMk id="28" creationId="{D686BA5D-1482-6F46-4CF0-6F0B05083F07}"/>
          </ac:spMkLst>
        </pc:spChg>
        <pc:spChg chg="del">
          <ac:chgData name="석주 이" userId="b6553f64e91d015d" providerId="LiveId" clId="{7E74A06A-B2AA-4EEC-A19D-AA52293F645A}" dt="2026-05-05T07:27:14.210" v="16023" actId="478"/>
          <ac:spMkLst>
            <pc:docMk/>
            <pc:sldMk cId="1450270077" sldId="447"/>
            <ac:spMk id="50" creationId="{9751DA8C-2702-2F68-605F-A8A687A307A6}"/>
          </ac:spMkLst>
        </pc:spChg>
        <pc:spChg chg="del">
          <ac:chgData name="석주 이" userId="b6553f64e91d015d" providerId="LiveId" clId="{7E74A06A-B2AA-4EEC-A19D-AA52293F645A}" dt="2026-05-05T07:27:11.403" v="16021" actId="478"/>
          <ac:spMkLst>
            <pc:docMk/>
            <pc:sldMk cId="1450270077" sldId="447"/>
            <ac:spMk id="62" creationId="{70381C60-2AF5-DD6C-C2F7-EFB931A628D5}"/>
          </ac:spMkLst>
        </pc:spChg>
        <pc:spChg chg="del">
          <ac:chgData name="석주 이" userId="b6553f64e91d015d" providerId="LiveId" clId="{7E74A06A-B2AA-4EEC-A19D-AA52293F645A}" dt="2026-05-05T07:27:11.826" v="16022" actId="478"/>
          <ac:spMkLst>
            <pc:docMk/>
            <pc:sldMk cId="1450270077" sldId="447"/>
            <ac:spMk id="63" creationId="{DBF1B110-2552-F72B-50DF-36AEFDECED9F}"/>
          </ac:spMkLst>
        </pc:spChg>
        <pc:spChg chg="del">
          <ac:chgData name="석주 이" userId="b6553f64e91d015d" providerId="LiveId" clId="{7E74A06A-B2AA-4EEC-A19D-AA52293F645A}" dt="2026-05-05T07:27:14.210" v="16023" actId="478"/>
          <ac:spMkLst>
            <pc:docMk/>
            <pc:sldMk cId="1450270077" sldId="447"/>
            <ac:spMk id="64" creationId="{40BEBEB3-A3AD-3F7A-316E-3AD44CA627A1}"/>
          </ac:spMkLst>
        </pc:spChg>
        <pc:spChg chg="del">
          <ac:chgData name="석주 이" userId="b6553f64e91d015d" providerId="LiveId" clId="{7E74A06A-B2AA-4EEC-A19D-AA52293F645A}" dt="2026-05-05T07:27:14.210" v="16023" actId="478"/>
          <ac:spMkLst>
            <pc:docMk/>
            <pc:sldMk cId="1450270077" sldId="447"/>
            <ac:spMk id="66" creationId="{0D8CFE71-67F9-F139-3A5E-11C21551E11A}"/>
          </ac:spMkLst>
        </pc:spChg>
        <pc:spChg chg="del">
          <ac:chgData name="석주 이" userId="b6553f64e91d015d" providerId="LiveId" clId="{7E74A06A-B2AA-4EEC-A19D-AA52293F645A}" dt="2026-05-05T07:27:14.210" v="16023" actId="478"/>
          <ac:spMkLst>
            <pc:docMk/>
            <pc:sldMk cId="1450270077" sldId="447"/>
            <ac:spMk id="67" creationId="{09857B91-6E3A-4B9A-26EA-A17E53E6858C}"/>
          </ac:spMkLst>
        </pc:spChg>
        <pc:spChg chg="del">
          <ac:chgData name="석주 이" userId="b6553f64e91d015d" providerId="LiveId" clId="{7E74A06A-B2AA-4EEC-A19D-AA52293F645A}" dt="2026-05-05T07:27:14.210" v="16023" actId="478"/>
          <ac:spMkLst>
            <pc:docMk/>
            <pc:sldMk cId="1450270077" sldId="447"/>
            <ac:spMk id="68" creationId="{9687B9E2-B5CA-9D6B-2ED7-5BD9035D7968}"/>
          </ac:spMkLst>
        </pc:spChg>
        <pc:spChg chg="del">
          <ac:chgData name="석주 이" userId="b6553f64e91d015d" providerId="LiveId" clId="{7E74A06A-B2AA-4EEC-A19D-AA52293F645A}" dt="2026-05-05T07:27:06.358" v="16020" actId="478"/>
          <ac:spMkLst>
            <pc:docMk/>
            <pc:sldMk cId="1450270077" sldId="447"/>
            <ac:spMk id="73" creationId="{5FF89D47-128B-495A-4108-1AA678194A07}"/>
          </ac:spMkLst>
        </pc:spChg>
        <pc:spChg chg="del">
          <ac:chgData name="석주 이" userId="b6553f64e91d015d" providerId="LiveId" clId="{7E74A06A-B2AA-4EEC-A19D-AA52293F645A}" dt="2026-05-05T07:27:06.358" v="16020" actId="478"/>
          <ac:spMkLst>
            <pc:docMk/>
            <pc:sldMk cId="1450270077" sldId="447"/>
            <ac:spMk id="75" creationId="{299DF100-3305-EFE2-B012-7E86E2C656DC}"/>
          </ac:spMkLst>
        </pc:spChg>
        <pc:spChg chg="del">
          <ac:chgData name="석주 이" userId="b6553f64e91d015d" providerId="LiveId" clId="{7E74A06A-B2AA-4EEC-A19D-AA52293F645A}" dt="2026-05-05T07:27:06.358" v="16020" actId="478"/>
          <ac:spMkLst>
            <pc:docMk/>
            <pc:sldMk cId="1450270077" sldId="447"/>
            <ac:spMk id="76" creationId="{843163DE-8C23-240B-6839-CCD33941EBAA}"/>
          </ac:spMkLst>
        </pc:spChg>
        <pc:spChg chg="del">
          <ac:chgData name="석주 이" userId="b6553f64e91d015d" providerId="LiveId" clId="{7E74A06A-B2AA-4EEC-A19D-AA52293F645A}" dt="2026-05-05T07:27:06.358" v="16020" actId="478"/>
          <ac:spMkLst>
            <pc:docMk/>
            <pc:sldMk cId="1450270077" sldId="447"/>
            <ac:spMk id="77" creationId="{0B01F658-65DF-AA6A-FBC7-53763BD578D6}"/>
          </ac:spMkLst>
        </pc:spChg>
        <pc:grpChg chg="del">
          <ac:chgData name="석주 이" userId="b6553f64e91d015d" providerId="LiveId" clId="{7E74A06A-B2AA-4EEC-A19D-AA52293F645A}" dt="2026-05-05T07:27:14.210" v="16023" actId="478"/>
          <ac:grpSpMkLst>
            <pc:docMk/>
            <pc:sldMk cId="1450270077" sldId="447"/>
            <ac:grpSpMk id="37" creationId="{7AC406AE-E951-8E66-D36E-CCFFD1A60D61}"/>
          </ac:grpSpMkLst>
        </pc:grpChg>
        <pc:graphicFrameChg chg="add mod modGraphic">
          <ac:chgData name="석주 이" userId="b6553f64e91d015d" providerId="LiveId" clId="{7E74A06A-B2AA-4EEC-A19D-AA52293F645A}" dt="2026-05-05T08:13:29.382" v="17944" actId="20577"/>
          <ac:graphicFrameMkLst>
            <pc:docMk/>
            <pc:sldMk cId="1450270077" sldId="447"/>
            <ac:graphicFrameMk id="9" creationId="{EC2647C9-76CE-05EB-B06B-D2816C55B0D0}"/>
          </ac:graphicFrameMkLst>
        </pc:graphicFrameChg>
        <pc:graphicFrameChg chg="add mod modGraphic">
          <ac:chgData name="석주 이" userId="b6553f64e91d015d" providerId="LiveId" clId="{7E74A06A-B2AA-4EEC-A19D-AA52293F645A}" dt="2026-05-05T07:59:48.833" v="17614" actId="14100"/>
          <ac:graphicFrameMkLst>
            <pc:docMk/>
            <pc:sldMk cId="1450270077" sldId="447"/>
            <ac:graphicFrameMk id="10" creationId="{E112CFDF-CE2F-4218-5586-B01E24891F16}"/>
          </ac:graphicFrameMkLst>
        </pc:graphicFrameChg>
        <pc:picChg chg="del">
          <ac:chgData name="석주 이" userId="b6553f64e91d015d" providerId="LiveId" clId="{7E74A06A-B2AA-4EEC-A19D-AA52293F645A}" dt="2026-05-05T07:27:06.358" v="16020" actId="478"/>
          <ac:picMkLst>
            <pc:docMk/>
            <pc:sldMk cId="1450270077" sldId="447"/>
            <ac:picMk id="70" creationId="{BEC39532-A705-3B07-9870-FDC921F02A7F}"/>
          </ac:picMkLst>
        </pc:picChg>
        <pc:picChg chg="del">
          <ac:chgData name="석주 이" userId="b6553f64e91d015d" providerId="LiveId" clId="{7E74A06A-B2AA-4EEC-A19D-AA52293F645A}" dt="2026-05-05T07:27:06.358" v="16020" actId="478"/>
          <ac:picMkLst>
            <pc:docMk/>
            <pc:sldMk cId="1450270077" sldId="447"/>
            <ac:picMk id="72" creationId="{58A81695-22E6-5332-AC03-F9F80CB59BC7}"/>
          </ac:picMkLst>
        </pc:picChg>
        <pc:cxnChg chg="del mod">
          <ac:chgData name="석주 이" userId="b6553f64e91d015d" providerId="LiveId" clId="{7E74A06A-B2AA-4EEC-A19D-AA52293F645A}" dt="2026-05-05T07:27:14.210" v="16023" actId="478"/>
          <ac:cxnSpMkLst>
            <pc:docMk/>
            <pc:sldMk cId="1450270077" sldId="447"/>
            <ac:cxnSpMk id="54" creationId="{F9C63F38-DC42-2F5A-4B9E-2581D5460583}"/>
          </ac:cxnSpMkLst>
        </pc:cxnChg>
        <pc:cxnChg chg="del mod">
          <ac:chgData name="석주 이" userId="b6553f64e91d015d" providerId="LiveId" clId="{7E74A06A-B2AA-4EEC-A19D-AA52293F645A}" dt="2026-05-05T07:27:14.210" v="16023" actId="478"/>
          <ac:cxnSpMkLst>
            <pc:docMk/>
            <pc:sldMk cId="1450270077" sldId="447"/>
            <ac:cxnSpMk id="58" creationId="{764C68A8-6423-94C1-DFC8-F6EB12A1B0F5}"/>
          </ac:cxnSpMkLst>
        </pc:cxnChg>
      </pc:sldChg>
      <pc:sldChg chg="addSp delSp modSp add mod">
        <pc:chgData name="석주 이" userId="b6553f64e91d015d" providerId="LiveId" clId="{7E74A06A-B2AA-4EEC-A19D-AA52293F645A}" dt="2026-05-05T11:00:02.246" v="25482" actId="108"/>
        <pc:sldMkLst>
          <pc:docMk/>
          <pc:sldMk cId="706801803" sldId="448"/>
        </pc:sldMkLst>
        <pc:spChg chg="mod">
          <ac:chgData name="석주 이" userId="b6553f64e91d015d" providerId="LiveId" clId="{7E74A06A-B2AA-4EEC-A19D-AA52293F645A}" dt="2026-05-05T11:00:02.246" v="25482" actId="108"/>
          <ac:spMkLst>
            <pc:docMk/>
            <pc:sldMk cId="706801803" sldId="448"/>
            <ac:spMk id="2" creationId="{933F157D-EDB2-66D2-0195-9A76E4E32CA9}"/>
          </ac:spMkLst>
        </pc:spChg>
        <pc:spChg chg="mod">
          <ac:chgData name="석주 이" userId="b6553f64e91d015d" providerId="LiveId" clId="{7E74A06A-B2AA-4EEC-A19D-AA52293F645A}" dt="2026-05-05T08:51:51.213" v="19787" actId="20577"/>
          <ac:spMkLst>
            <pc:docMk/>
            <pc:sldMk cId="706801803" sldId="448"/>
            <ac:spMk id="4" creationId="{4606F71F-6B49-D1AA-DC07-09D5B3F734B8}"/>
          </ac:spMkLst>
        </pc:spChg>
        <pc:spChg chg="add mod">
          <ac:chgData name="석주 이" userId="b6553f64e91d015d" providerId="LiveId" clId="{7E74A06A-B2AA-4EEC-A19D-AA52293F645A}" dt="2026-05-05T08:27:19.575" v="18816" actId="20577"/>
          <ac:spMkLst>
            <pc:docMk/>
            <pc:sldMk cId="706801803" sldId="448"/>
            <ac:spMk id="8" creationId="{7082FA00-CA58-D5D3-350E-BE06C787F2D6}"/>
          </ac:spMkLst>
        </pc:spChg>
        <pc:spChg chg="add mod">
          <ac:chgData name="석주 이" userId="b6553f64e91d015d" providerId="LiveId" clId="{7E74A06A-B2AA-4EEC-A19D-AA52293F645A}" dt="2026-05-05T08:29:43.153" v="18930" actId="1076"/>
          <ac:spMkLst>
            <pc:docMk/>
            <pc:sldMk cId="706801803" sldId="448"/>
            <ac:spMk id="15" creationId="{848FD3A6-6C49-C272-4ADD-8E716CAF7A32}"/>
          </ac:spMkLst>
        </pc:spChg>
        <pc:spChg chg="add mod">
          <ac:chgData name="석주 이" userId="b6553f64e91d015d" providerId="LiveId" clId="{7E74A06A-B2AA-4EEC-A19D-AA52293F645A}" dt="2026-05-05T08:29:43.153" v="18930" actId="1076"/>
          <ac:spMkLst>
            <pc:docMk/>
            <pc:sldMk cId="706801803" sldId="448"/>
            <ac:spMk id="16" creationId="{58926D31-81A0-A5CD-AB75-06F1A787C6CA}"/>
          </ac:spMkLst>
        </pc:spChg>
        <pc:spChg chg="add mod">
          <ac:chgData name="석주 이" userId="b6553f64e91d015d" providerId="LiveId" clId="{7E74A06A-B2AA-4EEC-A19D-AA52293F645A}" dt="2026-05-05T09:42:23.504" v="22091" actId="20577"/>
          <ac:spMkLst>
            <pc:docMk/>
            <pc:sldMk cId="706801803" sldId="448"/>
            <ac:spMk id="17" creationId="{AFA2567B-2837-0B08-1A0C-3B2EDCCDBCCB}"/>
          </ac:spMkLst>
        </pc:spChg>
        <pc:spChg chg="add mod">
          <ac:chgData name="석주 이" userId="b6553f64e91d015d" providerId="LiveId" clId="{7E74A06A-B2AA-4EEC-A19D-AA52293F645A}" dt="2026-05-05T08:29:36.227" v="18927" actId="1076"/>
          <ac:spMkLst>
            <pc:docMk/>
            <pc:sldMk cId="706801803" sldId="448"/>
            <ac:spMk id="18" creationId="{51944FF4-343D-BAD6-1CF1-74408254F60E}"/>
          </ac:spMkLst>
        </pc:spChg>
        <pc:spChg chg="add mod">
          <ac:chgData name="석주 이" userId="b6553f64e91d015d" providerId="LiveId" clId="{7E74A06A-B2AA-4EEC-A19D-AA52293F645A}" dt="2026-05-05T08:25:18.687" v="18776" actId="571"/>
          <ac:spMkLst>
            <pc:docMk/>
            <pc:sldMk cId="706801803" sldId="448"/>
            <ac:spMk id="19" creationId="{BA6FB00C-E6BA-6EEE-3909-A29D53D4B2EB}"/>
          </ac:spMkLst>
        </pc:spChg>
        <pc:spChg chg="add mod">
          <ac:chgData name="석주 이" userId="b6553f64e91d015d" providerId="LiveId" clId="{7E74A06A-B2AA-4EEC-A19D-AA52293F645A}" dt="2026-05-05T08:51:25.579" v="19779" actId="20577"/>
          <ac:spMkLst>
            <pc:docMk/>
            <pc:sldMk cId="706801803" sldId="448"/>
            <ac:spMk id="20" creationId="{C0A0849A-9AEB-DD7A-2B98-C21D73D3B51D}"/>
          </ac:spMkLst>
        </pc:spChg>
        <pc:graphicFrameChg chg="add del">
          <ac:chgData name="석주 이" userId="b6553f64e91d015d" providerId="LiveId" clId="{7E74A06A-B2AA-4EEC-A19D-AA52293F645A}" dt="2026-05-05T08:00:42.552" v="17622" actId="478"/>
          <ac:graphicFrameMkLst>
            <pc:docMk/>
            <pc:sldMk cId="706801803" sldId="448"/>
            <ac:graphicFrameMk id="9" creationId="{39F4B317-76FA-49E8-C97E-AFFD11BD2CBC}"/>
          </ac:graphicFrameMkLst>
        </pc:graphicFrameChg>
        <pc:graphicFrameChg chg="mod modGraphic">
          <ac:chgData name="석주 이" userId="b6553f64e91d015d" providerId="LiveId" clId="{7E74A06A-B2AA-4EEC-A19D-AA52293F645A}" dt="2026-05-05T08:47:33.016" v="19728" actId="20577"/>
          <ac:graphicFrameMkLst>
            <pc:docMk/>
            <pc:sldMk cId="706801803" sldId="448"/>
            <ac:graphicFrameMk id="10" creationId="{3F13FCD1-1BE9-8156-6C50-087E1CE66785}"/>
          </ac:graphicFrameMkLst>
        </pc:graphicFrameChg>
        <pc:graphicFrameChg chg="add mod modGraphic">
          <ac:chgData name="석주 이" userId="b6553f64e91d015d" providerId="LiveId" clId="{7E74A06A-B2AA-4EEC-A19D-AA52293F645A}" dt="2026-05-05T08:28:55.429" v="18923" actId="14100"/>
          <ac:graphicFrameMkLst>
            <pc:docMk/>
            <pc:sldMk cId="706801803" sldId="448"/>
            <ac:graphicFrameMk id="12" creationId="{2A7A715C-5191-FD60-993A-3F93BCCC2DE4}"/>
          </ac:graphicFrameMkLst>
        </pc:graphicFrameChg>
        <pc:picChg chg="add mod">
          <ac:chgData name="석주 이" userId="b6553f64e91d015d" providerId="LiveId" clId="{7E74A06A-B2AA-4EEC-A19D-AA52293F645A}" dt="2026-05-05T08:29:36.227" v="18927" actId="1076"/>
          <ac:picMkLst>
            <pc:docMk/>
            <pc:sldMk cId="706801803" sldId="448"/>
            <ac:picMk id="14" creationId="{C3F94BB5-B606-7C26-A501-F37B2EF1973A}"/>
          </ac:picMkLst>
        </pc:picChg>
        <pc:cxnChg chg="add mod">
          <ac:chgData name="석주 이" userId="b6553f64e91d015d" providerId="LiveId" clId="{7E74A06A-B2AA-4EEC-A19D-AA52293F645A}" dt="2026-05-05T08:07:55.010" v="17848" actId="571"/>
          <ac:cxnSpMkLst>
            <pc:docMk/>
            <pc:sldMk cId="706801803" sldId="448"/>
            <ac:cxnSpMk id="11" creationId="{B52DA0AF-07F7-5DBF-D850-7E85258FCCBE}"/>
          </ac:cxnSpMkLst>
        </pc:cxnChg>
      </pc:sldChg>
      <pc:sldChg chg="new del">
        <pc:chgData name="석주 이" userId="b6553f64e91d015d" providerId="LiveId" clId="{7E74A06A-B2AA-4EEC-A19D-AA52293F645A}" dt="2026-05-05T10:12:57.290" v="23463" actId="47"/>
        <pc:sldMkLst>
          <pc:docMk/>
          <pc:sldMk cId="2994784356" sldId="449"/>
        </pc:sldMkLst>
      </pc:sldChg>
      <pc:sldChg chg="addSp delSp modSp add mod">
        <pc:chgData name="석주 이" userId="b6553f64e91d015d" providerId="LiveId" clId="{7E74A06A-B2AA-4EEC-A19D-AA52293F645A}" dt="2026-05-05T11:00:04.486" v="25483" actId="108"/>
        <pc:sldMkLst>
          <pc:docMk/>
          <pc:sldMk cId="2014327697" sldId="450"/>
        </pc:sldMkLst>
        <pc:spChg chg="mod">
          <ac:chgData name="석주 이" userId="b6553f64e91d015d" providerId="LiveId" clId="{7E74A06A-B2AA-4EEC-A19D-AA52293F645A}" dt="2026-05-05T11:00:04.486" v="25483" actId="108"/>
          <ac:spMkLst>
            <pc:docMk/>
            <pc:sldMk cId="2014327697" sldId="450"/>
            <ac:spMk id="2" creationId="{620CA42A-9738-7489-F397-ABCA3DC80F84}"/>
          </ac:spMkLst>
        </pc:spChg>
        <pc:spChg chg="mod">
          <ac:chgData name="석주 이" userId="b6553f64e91d015d" providerId="LiveId" clId="{7E74A06A-B2AA-4EEC-A19D-AA52293F645A}" dt="2026-05-05T09:04:52.924" v="19803" actId="20577"/>
          <ac:spMkLst>
            <pc:docMk/>
            <pc:sldMk cId="2014327697" sldId="450"/>
            <ac:spMk id="3" creationId="{7C79AA3A-E1F6-5711-BA31-747ACE59C581}"/>
          </ac:spMkLst>
        </pc:spChg>
        <pc:spChg chg="mod">
          <ac:chgData name="석주 이" userId="b6553f64e91d015d" providerId="LiveId" clId="{7E74A06A-B2AA-4EEC-A19D-AA52293F645A}" dt="2026-05-05T09:05:23.883" v="19875" actId="20577"/>
          <ac:spMkLst>
            <pc:docMk/>
            <pc:sldMk cId="2014327697" sldId="450"/>
            <ac:spMk id="4" creationId="{380D41C8-463E-B7CA-B233-7705323882B6}"/>
          </ac:spMkLst>
        </pc:spChg>
        <pc:spChg chg="mod">
          <ac:chgData name="석주 이" userId="b6553f64e91d015d" providerId="LiveId" clId="{7E74A06A-B2AA-4EEC-A19D-AA52293F645A}" dt="2026-05-05T09:04:42.763" v="19789" actId="20577"/>
          <ac:spMkLst>
            <pc:docMk/>
            <pc:sldMk cId="2014327697" sldId="450"/>
            <ac:spMk id="7" creationId="{73F1B6F1-6CC5-36D2-F9ED-FA402983AB0D}"/>
          </ac:spMkLst>
        </pc:spChg>
        <pc:spChg chg="mod">
          <ac:chgData name="석주 이" userId="b6553f64e91d015d" providerId="LiveId" clId="{7E74A06A-B2AA-4EEC-A19D-AA52293F645A}" dt="2026-05-05T09:29:26.591" v="21421" actId="20577"/>
          <ac:spMkLst>
            <pc:docMk/>
            <pc:sldMk cId="2014327697" sldId="450"/>
            <ac:spMk id="8" creationId="{4744EB4A-9E57-A9C6-EBF1-9ACD68B83B85}"/>
          </ac:spMkLst>
        </pc:spChg>
        <pc:spChg chg="add del mod">
          <ac:chgData name="석주 이" userId="b6553f64e91d015d" providerId="LiveId" clId="{7E74A06A-B2AA-4EEC-A19D-AA52293F645A}" dt="2026-05-05T09:07:42.410" v="20133" actId="478"/>
          <ac:spMkLst>
            <pc:docMk/>
            <pc:sldMk cId="2014327697" sldId="450"/>
            <ac:spMk id="9" creationId="{1CF8D2D6-C7B8-13BB-B030-876824E4A4B2}"/>
          </ac:spMkLst>
        </pc:spChg>
        <pc:spChg chg="add del mod">
          <ac:chgData name="석주 이" userId="b6553f64e91d015d" providerId="LiveId" clId="{7E74A06A-B2AA-4EEC-A19D-AA52293F645A}" dt="2026-05-05T09:07:42.410" v="20133" actId="478"/>
          <ac:spMkLst>
            <pc:docMk/>
            <pc:sldMk cId="2014327697" sldId="450"/>
            <ac:spMk id="13" creationId="{898A47EE-0F25-D25D-9DD3-D7B6818E0F11}"/>
          </ac:spMkLst>
        </pc:spChg>
        <pc:spChg chg="del">
          <ac:chgData name="석주 이" userId="b6553f64e91d015d" providerId="LiveId" clId="{7E74A06A-B2AA-4EEC-A19D-AA52293F645A}" dt="2026-05-05T09:12:06.904" v="20181" actId="478"/>
          <ac:spMkLst>
            <pc:docMk/>
            <pc:sldMk cId="2014327697" sldId="450"/>
            <ac:spMk id="15" creationId="{CE955B7D-8BEC-CFDB-B812-B8C21360656C}"/>
          </ac:spMkLst>
        </pc:spChg>
        <pc:spChg chg="del">
          <ac:chgData name="석주 이" userId="b6553f64e91d015d" providerId="LiveId" clId="{7E74A06A-B2AA-4EEC-A19D-AA52293F645A}" dt="2026-05-05T09:12:06.904" v="20181" actId="478"/>
          <ac:spMkLst>
            <pc:docMk/>
            <pc:sldMk cId="2014327697" sldId="450"/>
            <ac:spMk id="16" creationId="{B72D5142-83AB-D685-8A48-1ADE97071AAD}"/>
          </ac:spMkLst>
        </pc:spChg>
        <pc:spChg chg="del">
          <ac:chgData name="석주 이" userId="b6553f64e91d015d" providerId="LiveId" clId="{7E74A06A-B2AA-4EEC-A19D-AA52293F645A}" dt="2026-05-05T09:12:06.904" v="20181" actId="478"/>
          <ac:spMkLst>
            <pc:docMk/>
            <pc:sldMk cId="2014327697" sldId="450"/>
            <ac:spMk id="17" creationId="{E3118121-C729-6133-8B6E-B4AE2BC1864C}"/>
          </ac:spMkLst>
        </pc:spChg>
        <pc:spChg chg="del">
          <ac:chgData name="석주 이" userId="b6553f64e91d015d" providerId="LiveId" clId="{7E74A06A-B2AA-4EEC-A19D-AA52293F645A}" dt="2026-05-05T09:12:06.904" v="20181" actId="478"/>
          <ac:spMkLst>
            <pc:docMk/>
            <pc:sldMk cId="2014327697" sldId="450"/>
            <ac:spMk id="18" creationId="{025AF33C-9DF3-2334-7B9D-396182CC7B66}"/>
          </ac:spMkLst>
        </pc:spChg>
        <pc:spChg chg="add mod">
          <ac:chgData name="석주 이" userId="b6553f64e91d015d" providerId="LiveId" clId="{7E74A06A-B2AA-4EEC-A19D-AA52293F645A}" dt="2026-05-05T09:07:42.716" v="20134"/>
          <ac:spMkLst>
            <pc:docMk/>
            <pc:sldMk cId="2014327697" sldId="450"/>
            <ac:spMk id="19" creationId="{80550E30-4956-884B-4766-F993F72B8C25}"/>
          </ac:spMkLst>
        </pc:spChg>
        <pc:spChg chg="del">
          <ac:chgData name="석주 이" userId="b6553f64e91d015d" providerId="LiveId" clId="{7E74A06A-B2AA-4EEC-A19D-AA52293F645A}" dt="2026-05-05T09:12:06.904" v="20181" actId="478"/>
          <ac:spMkLst>
            <pc:docMk/>
            <pc:sldMk cId="2014327697" sldId="450"/>
            <ac:spMk id="20" creationId="{93350F2F-0257-8418-2922-4B49B5C9EF16}"/>
          </ac:spMkLst>
        </pc:spChg>
        <pc:spChg chg="add mod">
          <ac:chgData name="석주 이" userId="b6553f64e91d015d" providerId="LiveId" clId="{7E74A06A-B2AA-4EEC-A19D-AA52293F645A}" dt="2026-05-05T09:07:42.716" v="20134"/>
          <ac:spMkLst>
            <pc:docMk/>
            <pc:sldMk cId="2014327697" sldId="450"/>
            <ac:spMk id="21" creationId="{0B30C238-2EFD-DD3E-364E-77FC11ED977E}"/>
          </ac:spMkLst>
        </pc:spChg>
        <pc:spChg chg="add mod">
          <ac:chgData name="석주 이" userId="b6553f64e91d015d" providerId="LiveId" clId="{7E74A06A-B2AA-4EEC-A19D-AA52293F645A}" dt="2026-05-05T09:07:56.746" v="20146" actId="20577"/>
          <ac:spMkLst>
            <pc:docMk/>
            <pc:sldMk cId="2014327697" sldId="450"/>
            <ac:spMk id="22" creationId="{03AFFC2B-B82C-9458-5815-0CF4849C4FB4}"/>
          </ac:spMkLst>
        </pc:spChg>
        <pc:spChg chg="mod">
          <ac:chgData name="석주 이" userId="b6553f64e91d015d" providerId="LiveId" clId="{7E74A06A-B2AA-4EEC-A19D-AA52293F645A}" dt="2026-05-05T09:12:27.045" v="20212" actId="20577"/>
          <ac:spMkLst>
            <pc:docMk/>
            <pc:sldMk cId="2014327697" sldId="450"/>
            <ac:spMk id="24" creationId="{0888C579-8058-B38F-ACDA-4BC7DF87BFEC}"/>
          </ac:spMkLst>
        </pc:spChg>
        <pc:spChg chg="add mod">
          <ac:chgData name="석주 이" userId="b6553f64e91d015d" providerId="LiveId" clId="{7E74A06A-B2AA-4EEC-A19D-AA52293F645A}" dt="2026-05-05T09:12:31.049" v="20219" actId="20577"/>
          <ac:spMkLst>
            <pc:docMk/>
            <pc:sldMk cId="2014327697" sldId="450"/>
            <ac:spMk id="25" creationId="{C97F2192-8BFB-7E8C-1BC8-07009EF10D02}"/>
          </ac:spMkLst>
        </pc:spChg>
        <pc:spChg chg="add mod">
          <ac:chgData name="석주 이" userId="b6553f64e91d015d" providerId="LiveId" clId="{7E74A06A-B2AA-4EEC-A19D-AA52293F645A}" dt="2026-05-05T09:29:01.824" v="21319" actId="164"/>
          <ac:spMkLst>
            <pc:docMk/>
            <pc:sldMk cId="2014327697" sldId="450"/>
            <ac:spMk id="26" creationId="{87D61D3B-FC03-E2D6-6457-9086E0B1B26D}"/>
          </ac:spMkLst>
        </pc:spChg>
        <pc:spChg chg="add mod">
          <ac:chgData name="석주 이" userId="b6553f64e91d015d" providerId="LiveId" clId="{7E74A06A-B2AA-4EEC-A19D-AA52293F645A}" dt="2026-05-05T09:29:01.040" v="21318" actId="164"/>
          <ac:spMkLst>
            <pc:docMk/>
            <pc:sldMk cId="2014327697" sldId="450"/>
            <ac:spMk id="27" creationId="{DC7AB525-7A97-2B90-B991-A57AADE02200}"/>
          </ac:spMkLst>
        </pc:spChg>
        <pc:spChg chg="add mod">
          <ac:chgData name="석주 이" userId="b6553f64e91d015d" providerId="LiveId" clId="{7E74A06A-B2AA-4EEC-A19D-AA52293F645A}" dt="2026-05-05T09:29:00.068" v="21317" actId="164"/>
          <ac:spMkLst>
            <pc:docMk/>
            <pc:sldMk cId="2014327697" sldId="450"/>
            <ac:spMk id="28" creationId="{EEF8ED81-210B-F4EB-E656-F1EFB67901D6}"/>
          </ac:spMkLst>
        </pc:spChg>
        <pc:spChg chg="add mod">
          <ac:chgData name="석주 이" userId="b6553f64e91d015d" providerId="LiveId" clId="{7E74A06A-B2AA-4EEC-A19D-AA52293F645A}" dt="2026-05-05T09:29:01.824" v="21319" actId="164"/>
          <ac:spMkLst>
            <pc:docMk/>
            <pc:sldMk cId="2014327697" sldId="450"/>
            <ac:spMk id="29" creationId="{2C085A13-B450-407A-8B03-5FC1F289AA4C}"/>
          </ac:spMkLst>
        </pc:spChg>
        <pc:spChg chg="mod">
          <ac:chgData name="석주 이" userId="b6553f64e91d015d" providerId="LiveId" clId="{7E74A06A-B2AA-4EEC-A19D-AA52293F645A}" dt="2026-05-05T09:29:01.040" v="21318" actId="164"/>
          <ac:spMkLst>
            <pc:docMk/>
            <pc:sldMk cId="2014327697" sldId="450"/>
            <ac:spMk id="30" creationId="{CC41A05F-CA94-AD8A-9666-CE33067C8E6D}"/>
          </ac:spMkLst>
        </pc:spChg>
        <pc:spChg chg="add mod">
          <ac:chgData name="석주 이" userId="b6553f64e91d015d" providerId="LiveId" clId="{7E74A06A-B2AA-4EEC-A19D-AA52293F645A}" dt="2026-05-05T09:29:00.068" v="21317" actId="164"/>
          <ac:spMkLst>
            <pc:docMk/>
            <pc:sldMk cId="2014327697" sldId="450"/>
            <ac:spMk id="31" creationId="{0A86CFFA-FE25-B840-3471-B729200FCFD1}"/>
          </ac:spMkLst>
        </pc:spChg>
        <pc:spChg chg="add mod">
          <ac:chgData name="석주 이" userId="b6553f64e91d015d" providerId="LiveId" clId="{7E74A06A-B2AA-4EEC-A19D-AA52293F645A}" dt="2026-05-05T09:28:59.280" v="21316" actId="164"/>
          <ac:spMkLst>
            <pc:docMk/>
            <pc:sldMk cId="2014327697" sldId="450"/>
            <ac:spMk id="32" creationId="{A66CC40C-C7FE-7C29-E128-ABCD3241BD0A}"/>
          </ac:spMkLst>
        </pc:spChg>
        <pc:spChg chg="add mod">
          <ac:chgData name="석주 이" userId="b6553f64e91d015d" providerId="LiveId" clId="{7E74A06A-B2AA-4EEC-A19D-AA52293F645A}" dt="2026-05-05T09:28:59.280" v="21316" actId="164"/>
          <ac:spMkLst>
            <pc:docMk/>
            <pc:sldMk cId="2014327697" sldId="450"/>
            <ac:spMk id="33" creationId="{B63DA6D9-0FF6-B694-A940-95B27957CD9C}"/>
          </ac:spMkLst>
        </pc:spChg>
        <pc:spChg chg="add mod">
          <ac:chgData name="석주 이" userId="b6553f64e91d015d" providerId="LiveId" clId="{7E74A06A-B2AA-4EEC-A19D-AA52293F645A}" dt="2026-05-05T09:28:58.248" v="21315" actId="164"/>
          <ac:spMkLst>
            <pc:docMk/>
            <pc:sldMk cId="2014327697" sldId="450"/>
            <ac:spMk id="34" creationId="{A778DDD3-C4D5-DC7D-4580-45E2842773C9}"/>
          </ac:spMkLst>
        </pc:spChg>
        <pc:spChg chg="add mod">
          <ac:chgData name="석주 이" userId="b6553f64e91d015d" providerId="LiveId" clId="{7E74A06A-B2AA-4EEC-A19D-AA52293F645A}" dt="2026-05-05T09:28:58.248" v="21315" actId="164"/>
          <ac:spMkLst>
            <pc:docMk/>
            <pc:sldMk cId="2014327697" sldId="450"/>
            <ac:spMk id="35" creationId="{1C6EF320-5620-812E-C14A-108BF1B044CC}"/>
          </ac:spMkLst>
        </pc:spChg>
        <pc:spChg chg="add del mod">
          <ac:chgData name="석주 이" userId="b6553f64e91d015d" providerId="LiveId" clId="{7E74A06A-B2AA-4EEC-A19D-AA52293F645A}" dt="2026-05-05T09:23:51.843" v="20875"/>
          <ac:spMkLst>
            <pc:docMk/>
            <pc:sldMk cId="2014327697" sldId="450"/>
            <ac:spMk id="36" creationId="{E6ACBCE6-880B-0571-91F5-53A0394CC6B2}"/>
          </ac:spMkLst>
        </pc:spChg>
        <pc:spChg chg="add del mod">
          <ac:chgData name="석주 이" userId="b6553f64e91d015d" providerId="LiveId" clId="{7E74A06A-B2AA-4EEC-A19D-AA52293F645A}" dt="2026-05-05T09:23:51.844" v="20877"/>
          <ac:spMkLst>
            <pc:docMk/>
            <pc:sldMk cId="2014327697" sldId="450"/>
            <ac:spMk id="37" creationId="{DEFC8702-BC31-1A17-CA33-4DF6B9A9E84D}"/>
          </ac:spMkLst>
        </pc:spChg>
        <pc:spChg chg="add del mod">
          <ac:chgData name="석주 이" userId="b6553f64e91d015d" providerId="LiveId" clId="{7E74A06A-B2AA-4EEC-A19D-AA52293F645A}" dt="2026-05-05T09:23:51.844" v="20879"/>
          <ac:spMkLst>
            <pc:docMk/>
            <pc:sldMk cId="2014327697" sldId="450"/>
            <ac:spMk id="38" creationId="{F2D89D0B-3432-1BB8-EF16-716E1D09F14D}"/>
          </ac:spMkLst>
        </pc:spChg>
        <pc:grpChg chg="add mod">
          <ac:chgData name="석주 이" userId="b6553f64e91d015d" providerId="LiveId" clId="{7E74A06A-B2AA-4EEC-A19D-AA52293F645A}" dt="2026-05-05T09:29:09.430" v="21323" actId="164"/>
          <ac:grpSpMkLst>
            <pc:docMk/>
            <pc:sldMk cId="2014327697" sldId="450"/>
            <ac:grpSpMk id="39" creationId="{29691E71-DD19-03E0-3984-D209E0974D52}"/>
          </ac:grpSpMkLst>
        </pc:grpChg>
        <pc:grpChg chg="add mod">
          <ac:chgData name="석주 이" userId="b6553f64e91d015d" providerId="LiveId" clId="{7E74A06A-B2AA-4EEC-A19D-AA52293F645A}" dt="2026-05-05T09:29:09.430" v="21323" actId="164"/>
          <ac:grpSpMkLst>
            <pc:docMk/>
            <pc:sldMk cId="2014327697" sldId="450"/>
            <ac:grpSpMk id="48" creationId="{EB2E8D8F-5ABC-CA23-DE96-5460644F19E5}"/>
          </ac:grpSpMkLst>
        </pc:grpChg>
        <pc:grpChg chg="add mod">
          <ac:chgData name="석주 이" userId="b6553f64e91d015d" providerId="LiveId" clId="{7E74A06A-B2AA-4EEC-A19D-AA52293F645A}" dt="2026-05-05T09:29:09.430" v="21323" actId="164"/>
          <ac:grpSpMkLst>
            <pc:docMk/>
            <pc:sldMk cId="2014327697" sldId="450"/>
            <ac:grpSpMk id="49" creationId="{204139E7-09C0-2433-D4F6-E5B73B893E67}"/>
          </ac:grpSpMkLst>
        </pc:grpChg>
        <pc:grpChg chg="add mod">
          <ac:chgData name="석주 이" userId="b6553f64e91d015d" providerId="LiveId" clId="{7E74A06A-B2AA-4EEC-A19D-AA52293F645A}" dt="2026-05-05T09:29:09.430" v="21323" actId="164"/>
          <ac:grpSpMkLst>
            <pc:docMk/>
            <pc:sldMk cId="2014327697" sldId="450"/>
            <ac:grpSpMk id="50" creationId="{178EEBD6-183A-CD0B-47D7-D83765D3E420}"/>
          </ac:grpSpMkLst>
        </pc:grpChg>
        <pc:grpChg chg="add mod">
          <ac:chgData name="석주 이" userId="b6553f64e91d015d" providerId="LiveId" clId="{7E74A06A-B2AA-4EEC-A19D-AA52293F645A}" dt="2026-05-05T09:29:09.430" v="21323" actId="164"/>
          <ac:grpSpMkLst>
            <pc:docMk/>
            <pc:sldMk cId="2014327697" sldId="450"/>
            <ac:grpSpMk id="51" creationId="{D5BEE4F3-0288-8014-0489-C10BD75B0F74}"/>
          </ac:grpSpMkLst>
        </pc:grpChg>
        <pc:grpChg chg="add mod">
          <ac:chgData name="석주 이" userId="b6553f64e91d015d" providerId="LiveId" clId="{7E74A06A-B2AA-4EEC-A19D-AA52293F645A}" dt="2026-05-05T09:29:11.116" v="21324" actId="14100"/>
          <ac:grpSpMkLst>
            <pc:docMk/>
            <pc:sldMk cId="2014327697" sldId="450"/>
            <ac:grpSpMk id="52" creationId="{4453C3CF-D437-8EA4-80E9-BCED31B4903C}"/>
          </ac:grpSpMkLst>
        </pc:grpChg>
        <pc:graphicFrameChg chg="del">
          <ac:chgData name="석주 이" userId="b6553f64e91d015d" providerId="LiveId" clId="{7E74A06A-B2AA-4EEC-A19D-AA52293F645A}" dt="2026-05-05T09:05:25.969" v="19876" actId="478"/>
          <ac:graphicFrameMkLst>
            <pc:docMk/>
            <pc:sldMk cId="2014327697" sldId="450"/>
            <ac:graphicFrameMk id="10" creationId="{DE8FEDF0-CFE8-B938-681F-6FFFFE621E38}"/>
          </ac:graphicFrameMkLst>
        </pc:graphicFrameChg>
        <pc:graphicFrameChg chg="del mod">
          <ac:chgData name="석주 이" userId="b6553f64e91d015d" providerId="LiveId" clId="{7E74A06A-B2AA-4EEC-A19D-AA52293F645A}" dt="2026-05-05T09:12:06.904" v="20181" actId="478"/>
          <ac:graphicFrameMkLst>
            <pc:docMk/>
            <pc:sldMk cId="2014327697" sldId="450"/>
            <ac:graphicFrameMk id="12" creationId="{C8EEC5A6-BCA9-2F87-C4C4-D70931197C4A}"/>
          </ac:graphicFrameMkLst>
        </pc:graphicFrameChg>
        <pc:graphicFrameChg chg="add mod modGraphic">
          <ac:chgData name="석주 이" userId="b6553f64e91d015d" providerId="LiveId" clId="{7E74A06A-B2AA-4EEC-A19D-AA52293F645A}" dt="2026-05-05T09:18:52.202" v="20441" actId="948"/>
          <ac:graphicFrameMkLst>
            <pc:docMk/>
            <pc:sldMk cId="2014327697" sldId="450"/>
            <ac:graphicFrameMk id="23" creationId="{97F13B6A-BD86-CA1B-F8F6-A5ED3FC8EF83}"/>
          </ac:graphicFrameMkLst>
        </pc:graphicFrameChg>
        <pc:picChg chg="del">
          <ac:chgData name="석주 이" userId="b6553f64e91d015d" providerId="LiveId" clId="{7E74A06A-B2AA-4EEC-A19D-AA52293F645A}" dt="2026-05-05T09:12:06.904" v="20181" actId="478"/>
          <ac:picMkLst>
            <pc:docMk/>
            <pc:sldMk cId="2014327697" sldId="450"/>
            <ac:picMk id="14" creationId="{3CF29218-4249-23D6-5391-1169A84405B4}"/>
          </ac:picMkLst>
        </pc:picChg>
      </pc:sldChg>
      <pc:sldChg chg="addSp delSp modSp add mod">
        <pc:chgData name="석주 이" userId="b6553f64e91d015d" providerId="LiveId" clId="{7E74A06A-B2AA-4EEC-A19D-AA52293F645A}" dt="2026-05-05T11:00:06.676" v="25484" actId="108"/>
        <pc:sldMkLst>
          <pc:docMk/>
          <pc:sldMk cId="2652178130" sldId="451"/>
        </pc:sldMkLst>
        <pc:spChg chg="mod">
          <ac:chgData name="석주 이" userId="b6553f64e91d015d" providerId="LiveId" clId="{7E74A06A-B2AA-4EEC-A19D-AA52293F645A}" dt="2026-05-05T11:00:06.676" v="25484" actId="108"/>
          <ac:spMkLst>
            <pc:docMk/>
            <pc:sldMk cId="2652178130" sldId="451"/>
            <ac:spMk id="2" creationId="{E592579F-7085-3216-5894-C3EE68EDF951}"/>
          </ac:spMkLst>
        </pc:spChg>
        <pc:spChg chg="mod">
          <ac:chgData name="석주 이" userId="b6553f64e91d015d" providerId="LiveId" clId="{7E74A06A-B2AA-4EEC-A19D-AA52293F645A}" dt="2026-05-05T09:30:49.930" v="21433" actId="108"/>
          <ac:spMkLst>
            <pc:docMk/>
            <pc:sldMk cId="2652178130" sldId="451"/>
            <ac:spMk id="4" creationId="{8B12DC8A-3A47-76FC-15CA-A33FD0C1C314}"/>
          </ac:spMkLst>
        </pc:spChg>
        <pc:spChg chg="mod">
          <ac:chgData name="석주 이" userId="b6553f64e91d015d" providerId="LiveId" clId="{7E74A06A-B2AA-4EEC-A19D-AA52293F645A}" dt="2026-05-05T09:30:58.107" v="21435" actId="108"/>
          <ac:spMkLst>
            <pc:docMk/>
            <pc:sldMk cId="2652178130" sldId="451"/>
            <ac:spMk id="8" creationId="{56C020E4-336B-28D7-7E32-8510FF3355AF}"/>
          </ac:spMkLst>
        </pc:spChg>
        <pc:spChg chg="add mod">
          <ac:chgData name="석주 이" userId="b6553f64e91d015d" providerId="LiveId" clId="{7E74A06A-B2AA-4EEC-A19D-AA52293F645A}" dt="2026-05-05T09:36:11.268" v="21671" actId="403"/>
          <ac:spMkLst>
            <pc:docMk/>
            <pc:sldMk cId="2652178130" sldId="451"/>
            <ac:spMk id="13" creationId="{4432B48D-C6CB-8313-C2C4-2D78188154BF}"/>
          </ac:spMkLst>
        </pc:spChg>
        <pc:spChg chg="add mod">
          <ac:chgData name="석주 이" userId="b6553f64e91d015d" providerId="LiveId" clId="{7E74A06A-B2AA-4EEC-A19D-AA52293F645A}" dt="2026-05-05T09:36:11.268" v="21671" actId="403"/>
          <ac:spMkLst>
            <pc:docMk/>
            <pc:sldMk cId="2652178130" sldId="451"/>
            <ac:spMk id="14" creationId="{B0E467D0-F8F0-950D-1DDF-736EF1D9ADE2}"/>
          </ac:spMkLst>
        </pc:spChg>
        <pc:spChg chg="add mod">
          <ac:chgData name="석주 이" userId="b6553f64e91d015d" providerId="LiveId" clId="{7E74A06A-B2AA-4EEC-A19D-AA52293F645A}" dt="2026-05-05T09:36:11.268" v="21671" actId="403"/>
          <ac:spMkLst>
            <pc:docMk/>
            <pc:sldMk cId="2652178130" sldId="451"/>
            <ac:spMk id="17" creationId="{DF416B99-193A-C865-625E-4F528F09C381}"/>
          </ac:spMkLst>
        </pc:spChg>
        <pc:spChg chg="add mod">
          <ac:chgData name="석주 이" userId="b6553f64e91d015d" providerId="LiveId" clId="{7E74A06A-B2AA-4EEC-A19D-AA52293F645A}" dt="2026-05-05T09:36:11.268" v="21671" actId="403"/>
          <ac:spMkLst>
            <pc:docMk/>
            <pc:sldMk cId="2652178130" sldId="451"/>
            <ac:spMk id="18" creationId="{BCA63BEC-8DA1-F5CA-F82B-7CE5A2DE76E8}"/>
          </ac:spMkLst>
        </pc:spChg>
        <pc:spChg chg="del mod">
          <ac:chgData name="석주 이" userId="b6553f64e91d015d" providerId="LiveId" clId="{7E74A06A-B2AA-4EEC-A19D-AA52293F645A}" dt="2026-05-05T09:41:38.191" v="22085" actId="478"/>
          <ac:spMkLst>
            <pc:docMk/>
            <pc:sldMk cId="2652178130" sldId="451"/>
            <ac:spMk id="19" creationId="{826D98BC-99EC-16E4-093C-F51F21A23905}"/>
          </ac:spMkLst>
        </pc:spChg>
        <pc:spChg chg="del mod">
          <ac:chgData name="석주 이" userId="b6553f64e91d015d" providerId="LiveId" clId="{7E74A06A-B2AA-4EEC-A19D-AA52293F645A}" dt="2026-05-05T09:31:27.327" v="21438" actId="478"/>
          <ac:spMkLst>
            <pc:docMk/>
            <pc:sldMk cId="2652178130" sldId="451"/>
            <ac:spMk id="21" creationId="{FC691C35-7178-927D-636C-CC476AFAC47A}"/>
          </ac:spMkLst>
        </pc:spChg>
        <pc:spChg chg="del">
          <ac:chgData name="석주 이" userId="b6553f64e91d015d" providerId="LiveId" clId="{7E74A06A-B2AA-4EEC-A19D-AA52293F645A}" dt="2026-05-05T09:33:58.169" v="21555" actId="478"/>
          <ac:spMkLst>
            <pc:docMk/>
            <pc:sldMk cId="2652178130" sldId="451"/>
            <ac:spMk id="22" creationId="{C12BC033-96F9-EC2B-0872-F5CDC4655C4C}"/>
          </ac:spMkLst>
        </pc:spChg>
        <pc:spChg chg="del">
          <ac:chgData name="석주 이" userId="b6553f64e91d015d" providerId="LiveId" clId="{7E74A06A-B2AA-4EEC-A19D-AA52293F645A}" dt="2026-05-05T09:31:15.527" v="21436" actId="478"/>
          <ac:spMkLst>
            <pc:docMk/>
            <pc:sldMk cId="2652178130" sldId="451"/>
            <ac:spMk id="24" creationId="{CD5BCE24-C202-42F1-A19E-9711DF52DAFD}"/>
          </ac:spMkLst>
        </pc:spChg>
        <pc:spChg chg="del">
          <ac:chgData name="석주 이" userId="b6553f64e91d015d" providerId="LiveId" clId="{7E74A06A-B2AA-4EEC-A19D-AA52293F645A}" dt="2026-05-05T09:31:15.527" v="21436" actId="478"/>
          <ac:spMkLst>
            <pc:docMk/>
            <pc:sldMk cId="2652178130" sldId="451"/>
            <ac:spMk id="25" creationId="{62466419-320C-238D-A7D5-EFE8C33F8527}"/>
          </ac:spMkLst>
        </pc:spChg>
        <pc:spChg chg="add mod">
          <ac:chgData name="석주 이" userId="b6553f64e91d015d" providerId="LiveId" clId="{7E74A06A-B2AA-4EEC-A19D-AA52293F645A}" dt="2026-05-05T09:38:45.137" v="21735" actId="20577"/>
          <ac:spMkLst>
            <pc:docMk/>
            <pc:sldMk cId="2652178130" sldId="451"/>
            <ac:spMk id="38" creationId="{CAEE290B-CF07-A372-E6DF-D8D3866639EB}"/>
          </ac:spMkLst>
        </pc:spChg>
        <pc:grpChg chg="del">
          <ac:chgData name="석주 이" userId="b6553f64e91d015d" providerId="LiveId" clId="{7E74A06A-B2AA-4EEC-A19D-AA52293F645A}" dt="2026-05-05T09:31:15.527" v="21436" actId="478"/>
          <ac:grpSpMkLst>
            <pc:docMk/>
            <pc:sldMk cId="2652178130" sldId="451"/>
            <ac:grpSpMk id="52" creationId="{4E96A5F9-497A-571F-0163-4CF060B2C512}"/>
          </ac:grpSpMkLst>
        </pc:grpChg>
        <pc:graphicFrameChg chg="add mod modGraphic">
          <ac:chgData name="석주 이" userId="b6553f64e91d015d" providerId="LiveId" clId="{7E74A06A-B2AA-4EEC-A19D-AA52293F645A}" dt="2026-05-05T09:36:36.705" v="21674"/>
          <ac:graphicFrameMkLst>
            <pc:docMk/>
            <pc:sldMk cId="2652178130" sldId="451"/>
            <ac:graphicFrameMk id="9" creationId="{F001AD48-D60B-9EB4-4377-33E4699EE11B}"/>
          </ac:graphicFrameMkLst>
        </pc:graphicFrameChg>
        <pc:graphicFrameChg chg="add mod modGraphic">
          <ac:chgData name="석주 이" userId="b6553f64e91d015d" providerId="LiveId" clId="{7E74A06A-B2AA-4EEC-A19D-AA52293F645A}" dt="2026-05-05T09:37:00.560" v="21711" actId="20577"/>
          <ac:graphicFrameMkLst>
            <pc:docMk/>
            <pc:sldMk cId="2652178130" sldId="451"/>
            <ac:graphicFrameMk id="15" creationId="{B31B6581-EC1A-AE45-F114-0392EECC0040}"/>
          </ac:graphicFrameMkLst>
        </pc:graphicFrameChg>
        <pc:graphicFrameChg chg="del mod">
          <ac:chgData name="석주 이" userId="b6553f64e91d015d" providerId="LiveId" clId="{7E74A06A-B2AA-4EEC-A19D-AA52293F645A}" dt="2026-05-05T09:33:58.169" v="21555" actId="478"/>
          <ac:graphicFrameMkLst>
            <pc:docMk/>
            <pc:sldMk cId="2652178130" sldId="451"/>
            <ac:graphicFrameMk id="23" creationId="{75F51FB3-9F61-FAC2-4F8F-DBCC1A48B029}"/>
          </ac:graphicFrameMkLst>
        </pc:graphicFrameChg>
        <pc:picChg chg="add mod">
          <ac:chgData name="석주 이" userId="b6553f64e91d015d" providerId="LiveId" clId="{7E74A06A-B2AA-4EEC-A19D-AA52293F645A}" dt="2026-05-05T09:38:28.442" v="21727" actId="1076"/>
          <ac:picMkLst>
            <pc:docMk/>
            <pc:sldMk cId="2652178130" sldId="451"/>
            <ac:picMk id="12" creationId="{9ACDC8FD-6E27-3804-409B-0E3FD5A0663E}"/>
          </ac:picMkLst>
        </pc:picChg>
        <pc:picChg chg="add del mod">
          <ac:chgData name="석주 이" userId="b6553f64e91d015d" providerId="LiveId" clId="{7E74A06A-B2AA-4EEC-A19D-AA52293F645A}" dt="2026-05-05T09:37:34.866" v="21712" actId="478"/>
          <ac:picMkLst>
            <pc:docMk/>
            <pc:sldMk cId="2652178130" sldId="451"/>
            <ac:picMk id="16" creationId="{CADFE7DE-C458-6BCC-DF3C-B161EEE2C4E2}"/>
          </ac:picMkLst>
        </pc:picChg>
        <pc:picChg chg="add mod">
          <ac:chgData name="석주 이" userId="b6553f64e91d015d" providerId="LiveId" clId="{7E74A06A-B2AA-4EEC-A19D-AA52293F645A}" dt="2026-05-05T09:38:28.442" v="21727" actId="1076"/>
          <ac:picMkLst>
            <pc:docMk/>
            <pc:sldMk cId="2652178130" sldId="451"/>
            <ac:picMk id="36" creationId="{0C5312A6-DD0D-E429-C0EE-B6D05469AD9D}"/>
          </ac:picMkLst>
        </pc:picChg>
      </pc:sldChg>
      <pc:sldChg chg="addSp delSp modSp add mod">
        <pc:chgData name="석주 이" userId="b6553f64e91d015d" providerId="LiveId" clId="{7E74A06A-B2AA-4EEC-A19D-AA52293F645A}" dt="2026-05-05T11:20:17.936" v="27546" actId="20577"/>
        <pc:sldMkLst>
          <pc:docMk/>
          <pc:sldMk cId="972820252" sldId="452"/>
        </pc:sldMkLst>
        <pc:spChg chg="mod">
          <ac:chgData name="석주 이" userId="b6553f64e91d015d" providerId="LiveId" clId="{7E74A06A-B2AA-4EEC-A19D-AA52293F645A}" dt="2026-05-05T11:20:17.936" v="27546" actId="20577"/>
          <ac:spMkLst>
            <pc:docMk/>
            <pc:sldMk cId="972820252" sldId="452"/>
            <ac:spMk id="2" creationId="{4EC27F05-A5CF-0111-7114-8A3EB2D8B0E7}"/>
          </ac:spMkLst>
        </pc:spChg>
        <pc:spChg chg="mod">
          <ac:chgData name="석주 이" userId="b6553f64e91d015d" providerId="LiveId" clId="{7E74A06A-B2AA-4EEC-A19D-AA52293F645A}" dt="2026-05-05T09:47:36.735" v="22283" actId="20577"/>
          <ac:spMkLst>
            <pc:docMk/>
            <pc:sldMk cId="972820252" sldId="452"/>
            <ac:spMk id="3" creationId="{07B9E248-AA14-D762-AF07-CD7AABCC55FF}"/>
          </ac:spMkLst>
        </pc:spChg>
        <pc:spChg chg="mod">
          <ac:chgData name="석주 이" userId="b6553f64e91d015d" providerId="LiveId" clId="{7E74A06A-B2AA-4EEC-A19D-AA52293F645A}" dt="2026-05-05T10:01:37.958" v="22518" actId="20577"/>
          <ac:spMkLst>
            <pc:docMk/>
            <pc:sldMk cId="972820252" sldId="452"/>
            <ac:spMk id="4" creationId="{3830CD53-F70A-AC0A-CB4C-698C4C5DFB5B}"/>
          </ac:spMkLst>
        </pc:spChg>
        <pc:spChg chg="mod">
          <ac:chgData name="석주 이" userId="b6553f64e91d015d" providerId="LiveId" clId="{7E74A06A-B2AA-4EEC-A19D-AA52293F645A}" dt="2026-05-05T09:45:51.970" v="22245" actId="20577"/>
          <ac:spMkLst>
            <pc:docMk/>
            <pc:sldMk cId="972820252" sldId="452"/>
            <ac:spMk id="7" creationId="{A7836F13-BEE8-8FAF-194D-FB11FD11C830}"/>
          </ac:spMkLst>
        </pc:spChg>
        <pc:spChg chg="del">
          <ac:chgData name="석주 이" userId="b6553f64e91d015d" providerId="LiveId" clId="{7E74A06A-B2AA-4EEC-A19D-AA52293F645A}" dt="2026-05-05T10:01:39.640" v="22519" actId="478"/>
          <ac:spMkLst>
            <pc:docMk/>
            <pc:sldMk cId="972820252" sldId="452"/>
            <ac:spMk id="8" creationId="{4D449CCE-3B0C-6279-4F8E-D1CC6379F31E}"/>
          </ac:spMkLst>
        </pc:spChg>
        <pc:spChg chg="add mod topLvl">
          <ac:chgData name="석주 이" userId="b6553f64e91d015d" providerId="LiveId" clId="{7E74A06A-B2AA-4EEC-A19D-AA52293F645A}" dt="2026-05-05T11:12:10.421" v="26869" actId="403"/>
          <ac:spMkLst>
            <pc:docMk/>
            <pc:sldMk cId="972820252" sldId="452"/>
            <ac:spMk id="10" creationId="{8D4F046F-3AA4-2F67-7917-D5A288D01A28}"/>
          </ac:spMkLst>
        </pc:spChg>
        <pc:spChg chg="del">
          <ac:chgData name="석주 이" userId="b6553f64e91d015d" providerId="LiveId" clId="{7E74A06A-B2AA-4EEC-A19D-AA52293F645A}" dt="2026-05-05T10:01:59.690" v="22527" actId="478"/>
          <ac:spMkLst>
            <pc:docMk/>
            <pc:sldMk cId="972820252" sldId="452"/>
            <ac:spMk id="13" creationId="{BD03A9BA-2828-70D6-7FE4-FF66F815E03B}"/>
          </ac:spMkLst>
        </pc:spChg>
        <pc:spChg chg="del">
          <ac:chgData name="석주 이" userId="b6553f64e91d015d" providerId="LiveId" clId="{7E74A06A-B2AA-4EEC-A19D-AA52293F645A}" dt="2026-05-05T10:01:44.031" v="22522" actId="478"/>
          <ac:spMkLst>
            <pc:docMk/>
            <pc:sldMk cId="972820252" sldId="452"/>
            <ac:spMk id="14" creationId="{6FDFE409-4D24-4302-E04E-B30894D51A76}"/>
          </ac:spMkLst>
        </pc:spChg>
        <pc:spChg chg="add mod topLvl">
          <ac:chgData name="석주 이" userId="b6553f64e91d015d" providerId="LiveId" clId="{7E74A06A-B2AA-4EEC-A19D-AA52293F645A}" dt="2026-05-05T11:12:55.674" v="26903" actId="403"/>
          <ac:spMkLst>
            <pc:docMk/>
            <pc:sldMk cId="972820252" sldId="452"/>
            <ac:spMk id="16" creationId="{D4EB9E3B-B4B9-5F73-54DD-E84EFE11CAE3}"/>
          </ac:spMkLst>
        </pc:spChg>
        <pc:spChg chg="del">
          <ac:chgData name="석주 이" userId="b6553f64e91d015d" providerId="LiveId" clId="{7E74A06A-B2AA-4EEC-A19D-AA52293F645A}" dt="2026-05-05T10:01:39.640" v="22519" actId="478"/>
          <ac:spMkLst>
            <pc:docMk/>
            <pc:sldMk cId="972820252" sldId="452"/>
            <ac:spMk id="17" creationId="{D2019B22-A297-5011-5C88-D2EABF29874D}"/>
          </ac:spMkLst>
        </pc:spChg>
        <pc:spChg chg="del">
          <ac:chgData name="석주 이" userId="b6553f64e91d015d" providerId="LiveId" clId="{7E74A06A-B2AA-4EEC-A19D-AA52293F645A}" dt="2026-05-05T10:01:39.640" v="22519" actId="478"/>
          <ac:spMkLst>
            <pc:docMk/>
            <pc:sldMk cId="972820252" sldId="452"/>
            <ac:spMk id="18" creationId="{AB5766D0-8AD8-0CD4-695B-A36F3992079D}"/>
          </ac:spMkLst>
        </pc:spChg>
        <pc:spChg chg="add mod topLvl">
          <ac:chgData name="석주 이" userId="b6553f64e91d015d" providerId="LiveId" clId="{7E74A06A-B2AA-4EEC-A19D-AA52293F645A}" dt="2026-05-05T11:12:10.421" v="26869" actId="403"/>
          <ac:spMkLst>
            <pc:docMk/>
            <pc:sldMk cId="972820252" sldId="452"/>
            <ac:spMk id="19" creationId="{8B20D2B1-E204-3DC5-0254-7B295DA2D754}"/>
          </ac:spMkLst>
        </pc:spChg>
        <pc:spChg chg="add mod topLvl">
          <ac:chgData name="석주 이" userId="b6553f64e91d015d" providerId="LiveId" clId="{7E74A06A-B2AA-4EEC-A19D-AA52293F645A}" dt="2026-05-05T11:12:55.674" v="26903" actId="403"/>
          <ac:spMkLst>
            <pc:docMk/>
            <pc:sldMk cId="972820252" sldId="452"/>
            <ac:spMk id="20" creationId="{311D26AA-D14B-4636-D029-1507E9028538}"/>
          </ac:spMkLst>
        </pc:spChg>
        <pc:spChg chg="add mod topLvl">
          <ac:chgData name="석주 이" userId="b6553f64e91d015d" providerId="LiveId" clId="{7E74A06A-B2AA-4EEC-A19D-AA52293F645A}" dt="2026-05-05T11:12:10.421" v="26869" actId="403"/>
          <ac:spMkLst>
            <pc:docMk/>
            <pc:sldMk cId="972820252" sldId="452"/>
            <ac:spMk id="21" creationId="{C74484A4-FBB8-E114-503F-0BE3955FD234}"/>
          </ac:spMkLst>
        </pc:spChg>
        <pc:spChg chg="add mod topLvl">
          <ac:chgData name="석주 이" userId="b6553f64e91d015d" providerId="LiveId" clId="{7E74A06A-B2AA-4EEC-A19D-AA52293F645A}" dt="2026-05-05T11:12:55.674" v="26903" actId="403"/>
          <ac:spMkLst>
            <pc:docMk/>
            <pc:sldMk cId="972820252" sldId="452"/>
            <ac:spMk id="22" creationId="{E5AA585F-35D4-C4C7-BD2A-A567C0BB4D19}"/>
          </ac:spMkLst>
        </pc:spChg>
        <pc:spChg chg="add mod topLvl">
          <ac:chgData name="석주 이" userId="b6553f64e91d015d" providerId="LiveId" clId="{7E74A06A-B2AA-4EEC-A19D-AA52293F645A}" dt="2026-05-05T11:12:10.421" v="26869" actId="403"/>
          <ac:spMkLst>
            <pc:docMk/>
            <pc:sldMk cId="972820252" sldId="452"/>
            <ac:spMk id="23" creationId="{63CD21E7-F9A7-E7BD-0604-57D313A8CFD0}"/>
          </ac:spMkLst>
        </pc:spChg>
        <pc:spChg chg="add mod topLvl">
          <ac:chgData name="석주 이" userId="b6553f64e91d015d" providerId="LiveId" clId="{7E74A06A-B2AA-4EEC-A19D-AA52293F645A}" dt="2026-05-05T11:12:55.674" v="26903" actId="403"/>
          <ac:spMkLst>
            <pc:docMk/>
            <pc:sldMk cId="972820252" sldId="452"/>
            <ac:spMk id="24" creationId="{F3673F69-2ED2-8417-A2A7-DD8CB3EA061D}"/>
          </ac:spMkLst>
        </pc:spChg>
        <pc:spChg chg="add mod">
          <ac:chgData name="석주 이" userId="b6553f64e91d015d" providerId="LiveId" clId="{7E74A06A-B2AA-4EEC-A19D-AA52293F645A}" dt="2026-05-05T11:18:32.501" v="27485" actId="403"/>
          <ac:spMkLst>
            <pc:docMk/>
            <pc:sldMk cId="972820252" sldId="452"/>
            <ac:spMk id="31" creationId="{A968FB55-B52C-6CA2-FE1B-E87B6BBFFBBE}"/>
          </ac:spMkLst>
        </pc:spChg>
        <pc:spChg chg="add mod">
          <ac:chgData name="석주 이" userId="b6553f64e91d015d" providerId="LiveId" clId="{7E74A06A-B2AA-4EEC-A19D-AA52293F645A}" dt="2026-05-05T11:18:32.501" v="27485" actId="403"/>
          <ac:spMkLst>
            <pc:docMk/>
            <pc:sldMk cId="972820252" sldId="452"/>
            <ac:spMk id="32" creationId="{1CFBCF14-A4E3-6116-72AC-BEFC68EDC877}"/>
          </ac:spMkLst>
        </pc:spChg>
        <pc:spChg chg="add mod">
          <ac:chgData name="석주 이" userId="b6553f64e91d015d" providerId="LiveId" clId="{7E74A06A-B2AA-4EEC-A19D-AA52293F645A}" dt="2026-05-05T11:12:55.674" v="26903" actId="403"/>
          <ac:spMkLst>
            <pc:docMk/>
            <pc:sldMk cId="972820252" sldId="452"/>
            <ac:spMk id="33" creationId="{28DEE392-3AEF-4412-A3BE-E51835081FBE}"/>
          </ac:spMkLst>
        </pc:spChg>
        <pc:spChg chg="add mod">
          <ac:chgData name="석주 이" userId="b6553f64e91d015d" providerId="LiveId" clId="{7E74A06A-B2AA-4EEC-A19D-AA52293F645A}" dt="2026-05-05T11:12:55.674" v="26903" actId="403"/>
          <ac:spMkLst>
            <pc:docMk/>
            <pc:sldMk cId="972820252" sldId="452"/>
            <ac:spMk id="34" creationId="{5DE727FE-4FF8-411B-39F8-455D18B0C736}"/>
          </ac:spMkLst>
        </pc:spChg>
        <pc:spChg chg="add mod">
          <ac:chgData name="석주 이" userId="b6553f64e91d015d" providerId="LiveId" clId="{7E74A06A-B2AA-4EEC-A19D-AA52293F645A}" dt="2026-05-05T11:12:55.674" v="26903" actId="403"/>
          <ac:spMkLst>
            <pc:docMk/>
            <pc:sldMk cId="972820252" sldId="452"/>
            <ac:spMk id="35" creationId="{17DAD99F-D68C-4616-F3CF-E04FAE893EE1}"/>
          </ac:spMkLst>
        </pc:spChg>
        <pc:spChg chg="add mod">
          <ac:chgData name="석주 이" userId="b6553f64e91d015d" providerId="LiveId" clId="{7E74A06A-B2AA-4EEC-A19D-AA52293F645A}" dt="2026-05-05T11:12:55.674" v="26903" actId="403"/>
          <ac:spMkLst>
            <pc:docMk/>
            <pc:sldMk cId="972820252" sldId="452"/>
            <ac:spMk id="37" creationId="{41499BF8-5425-EE12-88A7-BBC50001452D}"/>
          </ac:spMkLst>
        </pc:spChg>
        <pc:spChg chg="del">
          <ac:chgData name="석주 이" userId="b6553f64e91d015d" providerId="LiveId" clId="{7E74A06A-B2AA-4EEC-A19D-AA52293F645A}" dt="2026-05-05T10:01:42.453" v="22520" actId="478"/>
          <ac:spMkLst>
            <pc:docMk/>
            <pc:sldMk cId="972820252" sldId="452"/>
            <ac:spMk id="38" creationId="{036CF18C-9379-B8FD-4387-6EC5865D984E}"/>
          </ac:spMkLst>
        </pc:spChg>
        <pc:spChg chg="add mod">
          <ac:chgData name="석주 이" userId="b6553f64e91d015d" providerId="LiveId" clId="{7E74A06A-B2AA-4EEC-A19D-AA52293F645A}" dt="2026-05-05T11:18:32.501" v="27485" actId="403"/>
          <ac:spMkLst>
            <pc:docMk/>
            <pc:sldMk cId="972820252" sldId="452"/>
            <ac:spMk id="39" creationId="{C9F7BD11-4993-D164-BF23-DC0639678A61}"/>
          </ac:spMkLst>
        </pc:spChg>
        <pc:grpChg chg="add mod topLvl">
          <ac:chgData name="석주 이" userId="b6553f64e91d015d" providerId="LiveId" clId="{7E74A06A-B2AA-4EEC-A19D-AA52293F645A}" dt="2026-05-05T10:04:50.356" v="22809" actId="465"/>
          <ac:grpSpMkLst>
            <pc:docMk/>
            <pc:sldMk cId="972820252" sldId="452"/>
            <ac:grpSpMk id="25" creationId="{F33595C7-1159-1B52-1D71-7B2369021EF4}"/>
          </ac:grpSpMkLst>
        </pc:grpChg>
        <pc:grpChg chg="add del mod topLvl">
          <ac:chgData name="석주 이" userId="b6553f64e91d015d" providerId="LiveId" clId="{7E74A06A-B2AA-4EEC-A19D-AA52293F645A}" dt="2026-05-05T10:05:41.311" v="22896" actId="165"/>
          <ac:grpSpMkLst>
            <pc:docMk/>
            <pc:sldMk cId="972820252" sldId="452"/>
            <ac:grpSpMk id="26" creationId="{7F12C304-A567-65EC-4003-24BF6390D387}"/>
          </ac:grpSpMkLst>
        </pc:grpChg>
        <pc:grpChg chg="add del mod topLvl">
          <ac:chgData name="석주 이" userId="b6553f64e91d015d" providerId="LiveId" clId="{7E74A06A-B2AA-4EEC-A19D-AA52293F645A}" dt="2026-05-05T10:05:41.311" v="22896" actId="165"/>
          <ac:grpSpMkLst>
            <pc:docMk/>
            <pc:sldMk cId="972820252" sldId="452"/>
            <ac:grpSpMk id="27" creationId="{A3F49C8C-AB73-113F-F6B4-213E470F4DFE}"/>
          </ac:grpSpMkLst>
        </pc:grpChg>
        <pc:grpChg chg="add del mod">
          <ac:chgData name="석주 이" userId="b6553f64e91d015d" providerId="LiveId" clId="{7E74A06A-B2AA-4EEC-A19D-AA52293F645A}" dt="2026-05-05T10:04:21.398" v="22797" actId="165"/>
          <ac:grpSpMkLst>
            <pc:docMk/>
            <pc:sldMk cId="972820252" sldId="452"/>
            <ac:grpSpMk id="28" creationId="{902DDB02-07E8-67AD-8247-E3E2BFB721C4}"/>
          </ac:grpSpMkLst>
        </pc:grpChg>
        <pc:grpChg chg="add mod">
          <ac:chgData name="석주 이" userId="b6553f64e91d015d" providerId="LiveId" clId="{7E74A06A-B2AA-4EEC-A19D-AA52293F645A}" dt="2026-05-05T10:04:15.444" v="22794" actId="14100"/>
          <ac:grpSpMkLst>
            <pc:docMk/>
            <pc:sldMk cId="972820252" sldId="452"/>
            <ac:grpSpMk id="29" creationId="{57D65977-9D4D-9A25-EEAF-74FB1FE934C1}"/>
          </ac:grpSpMkLst>
        </pc:grpChg>
        <pc:grpChg chg="add mod">
          <ac:chgData name="석주 이" userId="b6553f64e91d015d" providerId="LiveId" clId="{7E74A06A-B2AA-4EEC-A19D-AA52293F645A}" dt="2026-05-05T10:05:01.869" v="22815" actId="1076"/>
          <ac:grpSpMkLst>
            <pc:docMk/>
            <pc:sldMk cId="972820252" sldId="452"/>
            <ac:grpSpMk id="30" creationId="{04509E06-035A-1E59-AC66-218B003B14CE}"/>
          </ac:grpSpMkLst>
        </pc:grpChg>
        <pc:graphicFrameChg chg="del modGraphic">
          <ac:chgData name="석주 이" userId="b6553f64e91d015d" providerId="LiveId" clId="{7E74A06A-B2AA-4EEC-A19D-AA52293F645A}" dt="2026-05-05T10:01:47.695" v="22524" actId="478"/>
          <ac:graphicFrameMkLst>
            <pc:docMk/>
            <pc:sldMk cId="972820252" sldId="452"/>
            <ac:graphicFrameMk id="9" creationId="{CBD53D96-AE15-BD08-CF5D-6B18E7D28922}"/>
          </ac:graphicFrameMkLst>
        </pc:graphicFrameChg>
        <pc:graphicFrameChg chg="del">
          <ac:chgData name="석주 이" userId="b6553f64e91d015d" providerId="LiveId" clId="{7E74A06A-B2AA-4EEC-A19D-AA52293F645A}" dt="2026-05-05T10:01:39.640" v="22519" actId="478"/>
          <ac:graphicFrameMkLst>
            <pc:docMk/>
            <pc:sldMk cId="972820252" sldId="452"/>
            <ac:graphicFrameMk id="15" creationId="{C356DE67-C650-18FD-3ED5-496686958902}"/>
          </ac:graphicFrameMkLst>
        </pc:graphicFrameChg>
        <pc:picChg chg="del">
          <ac:chgData name="석주 이" userId="b6553f64e91d015d" providerId="LiveId" clId="{7E74A06A-B2AA-4EEC-A19D-AA52293F645A}" dt="2026-05-05T10:01:42.949" v="22521" actId="478"/>
          <ac:picMkLst>
            <pc:docMk/>
            <pc:sldMk cId="972820252" sldId="452"/>
            <ac:picMk id="12" creationId="{0A7B017A-70C9-2A55-6DFB-83392638E86C}"/>
          </ac:picMkLst>
        </pc:picChg>
        <pc:picChg chg="del">
          <ac:chgData name="석주 이" userId="b6553f64e91d015d" providerId="LiveId" clId="{7E74A06A-B2AA-4EEC-A19D-AA52293F645A}" dt="2026-05-05T10:01:39.640" v="22519" actId="478"/>
          <ac:picMkLst>
            <pc:docMk/>
            <pc:sldMk cId="972820252" sldId="452"/>
            <ac:picMk id="36" creationId="{DE4F211D-7D27-6108-4A85-82A81391BB0F}"/>
          </ac:picMkLst>
        </pc:picChg>
        <pc:cxnChg chg="del">
          <ac:chgData name="석주 이" userId="b6553f64e91d015d" providerId="LiveId" clId="{7E74A06A-B2AA-4EEC-A19D-AA52293F645A}" dt="2026-05-05T10:01:39.640" v="22519" actId="478"/>
          <ac:cxnSpMkLst>
            <pc:docMk/>
            <pc:sldMk cId="972820252" sldId="452"/>
            <ac:cxnSpMk id="11" creationId="{A3BE7850-C148-08D8-99E9-61B7192C005D}"/>
          </ac:cxnSpMkLst>
        </pc:cxnChg>
      </pc:sldChg>
      <pc:sldChg chg="new del">
        <pc:chgData name="석주 이" userId="b6553f64e91d015d" providerId="LiveId" clId="{7E74A06A-B2AA-4EEC-A19D-AA52293F645A}" dt="2026-05-05T10:20:00.471" v="23494" actId="47"/>
        <pc:sldMkLst>
          <pc:docMk/>
          <pc:sldMk cId="1834569599" sldId="453"/>
        </pc:sldMkLst>
      </pc:sldChg>
      <pc:sldChg chg="addSp delSp modSp add mod">
        <pc:chgData name="석주 이" userId="b6553f64e91d015d" providerId="LiveId" clId="{7E74A06A-B2AA-4EEC-A19D-AA52293F645A}" dt="2026-05-05T10:59:47.949" v="25477" actId="108"/>
        <pc:sldMkLst>
          <pc:docMk/>
          <pc:sldMk cId="3704545314" sldId="454"/>
        </pc:sldMkLst>
        <pc:spChg chg="mod">
          <ac:chgData name="석주 이" userId="b6553f64e91d015d" providerId="LiveId" clId="{7E74A06A-B2AA-4EEC-A19D-AA52293F645A}" dt="2026-05-05T10:58:01.852" v="25372" actId="1076"/>
          <ac:spMkLst>
            <pc:docMk/>
            <pc:sldMk cId="3704545314" sldId="454"/>
            <ac:spMk id="5" creationId="{7688DFE9-3D95-DDAB-04DC-3D2CA183ACAC}"/>
          </ac:spMkLst>
        </pc:spChg>
        <pc:spChg chg="mod">
          <ac:chgData name="석주 이" userId="b6553f64e91d015d" providerId="LiveId" clId="{7E74A06A-B2AA-4EEC-A19D-AA52293F645A}" dt="2026-05-05T10:59:47.949" v="25477" actId="108"/>
          <ac:spMkLst>
            <pc:docMk/>
            <pc:sldMk cId="3704545314" sldId="454"/>
            <ac:spMk id="9" creationId="{CD35BA49-7517-6CF9-70D5-7B37BFC8CF50}"/>
          </ac:spMkLst>
        </pc:spChg>
        <pc:spChg chg="add mod">
          <ac:chgData name="석주 이" userId="b6553f64e91d015d" providerId="LiveId" clId="{7E74A06A-B2AA-4EEC-A19D-AA52293F645A}" dt="2026-05-05T10:57:57.333" v="25371" actId="1076"/>
          <ac:spMkLst>
            <pc:docMk/>
            <pc:sldMk cId="3704545314" sldId="454"/>
            <ac:spMk id="10" creationId="{7906C4F0-01D7-D17E-846A-1229D3C189C0}"/>
          </ac:spMkLst>
        </pc:spChg>
        <pc:spChg chg="add mod">
          <ac:chgData name="석주 이" userId="b6553f64e91d015d" providerId="LiveId" clId="{7E74A06A-B2AA-4EEC-A19D-AA52293F645A}" dt="2026-05-05T10:57:57.333" v="25371" actId="1076"/>
          <ac:spMkLst>
            <pc:docMk/>
            <pc:sldMk cId="3704545314" sldId="454"/>
            <ac:spMk id="11" creationId="{E2796526-7EBF-5C84-5573-F6884D74038B}"/>
          </ac:spMkLst>
        </pc:spChg>
        <pc:spChg chg="add del mod">
          <ac:chgData name="석주 이" userId="b6553f64e91d015d" providerId="LiveId" clId="{7E74A06A-B2AA-4EEC-A19D-AA52293F645A}" dt="2026-05-05T10:46:44.773" v="24823" actId="478"/>
          <ac:spMkLst>
            <pc:docMk/>
            <pc:sldMk cId="3704545314" sldId="454"/>
            <ac:spMk id="13" creationId="{0EDB2610-9A92-8BEC-F5C6-3CB88837F02E}"/>
          </ac:spMkLst>
        </pc:spChg>
        <pc:spChg chg="add mod">
          <ac:chgData name="석주 이" userId="b6553f64e91d015d" providerId="LiveId" clId="{7E74A06A-B2AA-4EEC-A19D-AA52293F645A}" dt="2026-05-05T10:53:48.408" v="25222" actId="207"/>
          <ac:spMkLst>
            <pc:docMk/>
            <pc:sldMk cId="3704545314" sldId="454"/>
            <ac:spMk id="15" creationId="{E470F0B6-B639-83E3-D89F-1D33848F176E}"/>
          </ac:spMkLst>
        </pc:spChg>
        <pc:spChg chg="add mod">
          <ac:chgData name="석주 이" userId="b6553f64e91d015d" providerId="LiveId" clId="{7E74A06A-B2AA-4EEC-A19D-AA52293F645A}" dt="2026-05-05T10:58:39.459" v="25405" actId="1076"/>
          <ac:spMkLst>
            <pc:docMk/>
            <pc:sldMk cId="3704545314" sldId="454"/>
            <ac:spMk id="16" creationId="{D9EB63F8-7F02-1AE3-6272-475115FF0759}"/>
          </ac:spMkLst>
        </pc:spChg>
        <pc:spChg chg="add mod">
          <ac:chgData name="석주 이" userId="b6553f64e91d015d" providerId="LiveId" clId="{7E74A06A-B2AA-4EEC-A19D-AA52293F645A}" dt="2026-05-05T10:54:17.475" v="25233" actId="207"/>
          <ac:spMkLst>
            <pc:docMk/>
            <pc:sldMk cId="3704545314" sldId="454"/>
            <ac:spMk id="17" creationId="{307192B0-B3DD-AC21-0BC2-DB8632F476F0}"/>
          </ac:spMkLst>
        </pc:spChg>
        <pc:spChg chg="add mod">
          <ac:chgData name="석주 이" userId="b6553f64e91d015d" providerId="LiveId" clId="{7E74A06A-B2AA-4EEC-A19D-AA52293F645A}" dt="2026-05-05T10:54:13.276" v="25232" actId="571"/>
          <ac:spMkLst>
            <pc:docMk/>
            <pc:sldMk cId="3704545314" sldId="454"/>
            <ac:spMk id="18" creationId="{7975166F-B77A-4217-EB71-619F039B8C89}"/>
          </ac:spMkLst>
        </pc:spChg>
        <pc:spChg chg="add mod">
          <ac:chgData name="석주 이" userId="b6553f64e91d015d" providerId="LiveId" clId="{7E74A06A-B2AA-4EEC-A19D-AA52293F645A}" dt="2026-05-05T10:58:37.313" v="25404" actId="1076"/>
          <ac:spMkLst>
            <pc:docMk/>
            <pc:sldMk cId="3704545314" sldId="454"/>
            <ac:spMk id="19" creationId="{8746CF45-30A4-00FF-D344-881178776FEF}"/>
          </ac:spMkLst>
        </pc:spChg>
        <pc:graphicFrameChg chg="del">
          <ac:chgData name="석주 이" userId="b6553f64e91d015d" providerId="LiveId" clId="{7E74A06A-B2AA-4EEC-A19D-AA52293F645A}" dt="2026-05-05T10:23:38.503" v="23552" actId="478"/>
          <ac:graphicFrameMkLst>
            <pc:docMk/>
            <pc:sldMk cId="3704545314" sldId="454"/>
            <ac:graphicFrameMk id="2" creationId="{7A6826FA-9284-55E3-DB48-71D646C8B477}"/>
          </ac:graphicFrameMkLst>
        </pc:graphicFrameChg>
        <pc:graphicFrameChg chg="add mod modGraphic">
          <ac:chgData name="석주 이" userId="b6553f64e91d015d" providerId="LiveId" clId="{7E74A06A-B2AA-4EEC-A19D-AA52293F645A}" dt="2026-05-05T10:57:51.898" v="25369" actId="14100"/>
          <ac:graphicFrameMkLst>
            <pc:docMk/>
            <pc:sldMk cId="3704545314" sldId="454"/>
            <ac:graphicFrameMk id="4" creationId="{C084DFDF-A07E-2FB8-14D1-89A89F1B6EE8}"/>
          </ac:graphicFrameMkLst>
        </pc:graphicFrameChg>
        <pc:graphicFrameChg chg="add del mod">
          <ac:chgData name="석주 이" userId="b6553f64e91d015d" providerId="LiveId" clId="{7E74A06A-B2AA-4EEC-A19D-AA52293F645A}" dt="2026-05-05T10:46:57.849" v="24828" actId="478"/>
          <ac:graphicFrameMkLst>
            <pc:docMk/>
            <pc:sldMk cId="3704545314" sldId="454"/>
            <ac:graphicFrameMk id="12" creationId="{1A693722-DFEE-7BD5-C0A6-1B0D307E015D}"/>
          </ac:graphicFrameMkLst>
        </pc:graphicFrameChg>
        <pc:graphicFrameChg chg="add del mod modGraphic">
          <ac:chgData name="석주 이" userId="b6553f64e91d015d" providerId="LiveId" clId="{7E74A06A-B2AA-4EEC-A19D-AA52293F645A}" dt="2026-05-05T10:58:34.486" v="25403"/>
          <ac:graphicFrameMkLst>
            <pc:docMk/>
            <pc:sldMk cId="3704545314" sldId="454"/>
            <ac:graphicFrameMk id="14" creationId="{D4FAD1C5-1EBA-089A-F6B7-01E36F2E8B5C}"/>
          </ac:graphicFrameMkLst>
        </pc:graphicFrameChg>
        <pc:cxnChg chg="mod">
          <ac:chgData name="석주 이" userId="b6553f64e91d015d" providerId="LiveId" clId="{7E74A06A-B2AA-4EEC-A19D-AA52293F645A}" dt="2026-05-05T10:58:01.852" v="25372" actId="1076"/>
          <ac:cxnSpMkLst>
            <pc:docMk/>
            <pc:sldMk cId="3704545314" sldId="454"/>
            <ac:cxnSpMk id="8" creationId="{0646CA1C-BBE2-314E-FD7F-DD1DB5055124}"/>
          </ac:cxnSpMkLst>
        </pc:cxnChg>
        <pc:cxnChg chg="add mod">
          <ac:chgData name="석주 이" userId="b6553f64e91d015d" providerId="LiveId" clId="{7E74A06A-B2AA-4EEC-A19D-AA52293F645A}" dt="2026-05-05T10:58:42.498" v="25406" actId="14100"/>
          <ac:cxnSpMkLst>
            <pc:docMk/>
            <pc:sldMk cId="3704545314" sldId="454"/>
            <ac:cxnSpMk id="21" creationId="{BB4BF837-DFB1-397F-207F-BE4E988142C2}"/>
          </ac:cxnSpMkLst>
        </pc:cxnChg>
        <pc:cxnChg chg="add mod">
          <ac:chgData name="석주 이" userId="b6553f64e91d015d" providerId="LiveId" clId="{7E74A06A-B2AA-4EEC-A19D-AA52293F645A}" dt="2026-05-05T10:58:37.313" v="25404" actId="1076"/>
          <ac:cxnSpMkLst>
            <pc:docMk/>
            <pc:sldMk cId="3704545314" sldId="454"/>
            <ac:cxnSpMk id="23" creationId="{3562BEB8-90C3-134A-3EA6-31ECC81054F5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7298022-82C7-63A2-9C82-C91F9D4501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830DC6-F205-0629-3C52-C2240F41D58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2CAA1-988E-408A-B4FE-A93099D8D0E2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DEF416-BC7E-5112-0471-1D739EAE24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B039A5-019D-3F98-338F-AB466E44AB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8A9199-8086-423D-82ED-43F01680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6043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3360B-F05D-49FF-9B40-F897C8590CC6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597B6-67CE-4163-B743-B1B93A8357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899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FAD5E-03CD-A802-95AD-77917748E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46A824-5626-2914-458E-5ABD4067D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D9FD78-4C72-9149-FB4C-E684CD9B0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C17B70-9544-CAFD-8935-B6EF31134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D42ED4-ACC1-41DB-8FD4-75FC71A17C1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728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39E4C-60CA-96B1-6BAE-E6E2F20E0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578EF2-7E42-F9C9-0B03-AE785B8D4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0E8ECC-940C-5572-2A04-FAABACF24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E223CF-4419-3F46-FAA1-8C1AC0816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109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EA0A8-9162-D201-6EFA-697F06398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CEAC-FFC1-F272-9AA4-731FA31DB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6FFC51-C8F3-196A-A5FE-2CEB915E7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2F7DD0-F274-371C-E567-2962BA88F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276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3C963-B025-7125-90C5-02F4E7151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6C854B-D729-712C-04E0-A3CBB19B5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978EE7-E8F0-006B-B550-6C68AAD2D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EDE6D4-5725-3E31-E448-AA2A31098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41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D1692-3A86-A411-6587-1E622AA61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42B709-9EDB-4176-B4A0-6C6DA280A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E5FDE1-B6B7-1435-0DFC-63271F7CE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EDB7B6-6C5A-5A54-FCC3-F840630EF9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322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F527D-8917-E2EC-25D9-581ABD197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7BE756-CB35-8816-4679-AA51CAB75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66A560-D51E-55B1-DDA3-F20BDF436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3BF9B0-8A11-8470-05A9-66F6A4189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081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7BAEB-9E7C-D145-9FF6-75C17EBEF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AEEF4E-3DAC-A3FB-3D80-8B75A7298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533BAA-5722-25B7-BD05-8C94072DB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205300-7250-DC06-CE86-E1FF7066A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4985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4B8FC-E9BE-7586-FF70-292396D85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76480D-2FAA-2F03-528F-27D5ABAEC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9E16EE-8294-2B5F-29B0-5118BC3DF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7F11B6-7B29-33EF-8359-8E87AD53D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448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D7020-3389-F319-3D49-639477D49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47954C-7F11-37BD-6E93-9B3DACA33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C25A54-CAE4-FF79-33C3-050E501FA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78FC6D-74E8-4636-9BE5-F9E18B45E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2879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DD052-51E8-5B57-2E57-342214F89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12B221-010A-1FD2-AE97-EA00303E24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6F6B16-7841-1AAE-86A4-BDC2338C6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379DAD-A487-3AE7-1695-62A965597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904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748F7-C3B2-BA4F-D0B2-0C38FA521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3A9324-E47B-43DC-306B-F91E4C356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A9D312-4077-6932-D527-13000EEB6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FF5EF0-D5DB-3C64-463A-183E74A8F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5726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699E8-C814-E13C-0D50-0A8A715E8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766285-E7BE-AF50-CCE1-021E26608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4CF5D5-78F9-8F34-A638-BDA85C541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599CF0-3698-9D0A-1816-F0DEDC536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7385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2D343-AAE5-D736-696C-4E6E3931B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AF4869-C9DD-F91B-FEC6-BEDE85766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C57CE6-2D2C-1AC1-80EA-B79A78770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CA4CD6-9CD8-119F-6E0A-642E5C7E6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9814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CB27E-1E3B-17F0-FFEB-E39BD5D9D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70FE50-DB9A-3484-AF23-BAF6EB419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D61EE2-20CC-0905-34E5-537BBFCDB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3B2975-C4BC-407D-1490-52385B53A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4849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060E2-6C92-607B-8D70-B38DFFF46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AA8246-201E-3723-965C-E5A381227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D2ACA7-2769-1749-D6F7-4D5C7B53E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85F5ED-F5F1-1B98-110E-C80EAC2E2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97310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77F5B-A34A-13E7-4062-76F77D8A3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4ECD52-DC8B-C5A6-68B6-D15B60CE2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036085-A1E0-6613-C527-69775CE39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15F3CB-A9F9-CFB3-C6EC-3C628757CE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122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C1AA5D3-522E-02FE-4A38-175F607D28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17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80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3D20474C-A01F-E293-1871-AB2DA1115199}"/>
              </a:ext>
            </a:extLst>
          </p:cNvPr>
          <p:cNvSpPr/>
          <p:nvPr userDrawn="1"/>
        </p:nvSpPr>
        <p:spPr>
          <a:xfrm>
            <a:off x="-266697" y="0"/>
            <a:ext cx="5352873" cy="6858000"/>
          </a:xfrm>
          <a:custGeom>
            <a:avLst/>
            <a:gdLst>
              <a:gd name="connsiteX0" fmla="*/ 0 w 5352872"/>
              <a:gd name="connsiteY0" fmla="*/ 0 h 6858000"/>
              <a:gd name="connsiteX1" fmla="*/ 5352872 w 5352872"/>
              <a:gd name="connsiteY1" fmla="*/ 0 h 6858000"/>
              <a:gd name="connsiteX2" fmla="*/ 5289689 w 5352872"/>
              <a:gd name="connsiteY2" fmla="*/ 258922 h 6858000"/>
              <a:gd name="connsiteX3" fmla="*/ 4930244 w 5352872"/>
              <a:gd name="connsiteY3" fmla="*/ 3429001 h 6858000"/>
              <a:gd name="connsiteX4" fmla="*/ 5289689 w 5352872"/>
              <a:gd name="connsiteY4" fmla="*/ 6599080 h 6858000"/>
              <a:gd name="connsiteX5" fmla="*/ 5352872 w 5352872"/>
              <a:gd name="connsiteY5" fmla="*/ 6858000 h 6858000"/>
              <a:gd name="connsiteX6" fmla="*/ 0 w 5352872"/>
              <a:gd name="connsiteY6" fmla="*/ 6858000 h 6858000"/>
              <a:gd name="connsiteX7" fmla="*/ 0 w 535287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52872" h="6858000">
                <a:moveTo>
                  <a:pt x="0" y="0"/>
                </a:moveTo>
                <a:lnTo>
                  <a:pt x="5352872" y="0"/>
                </a:lnTo>
                <a:lnTo>
                  <a:pt x="5289689" y="258922"/>
                </a:lnTo>
                <a:cubicBezTo>
                  <a:pt x="5054524" y="1277658"/>
                  <a:pt x="4930244" y="2338816"/>
                  <a:pt x="4930244" y="3429001"/>
                </a:cubicBezTo>
                <a:cubicBezTo>
                  <a:pt x="4930244" y="4519186"/>
                  <a:pt x="5054524" y="5580344"/>
                  <a:pt x="5289689" y="6599080"/>
                </a:cubicBezTo>
                <a:lnTo>
                  <a:pt x="535287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4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80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890B5A-A826-58A3-78C1-69922E91ED8E}"/>
              </a:ext>
            </a:extLst>
          </p:cNvPr>
          <p:cNvSpPr txBox="1"/>
          <p:nvPr userDrawn="1"/>
        </p:nvSpPr>
        <p:spPr>
          <a:xfrm>
            <a:off x="6850826" y="6602366"/>
            <a:ext cx="249478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lvl="0" algn="r">
              <a:buNone/>
            </a:pPr>
            <a:r>
              <a:rPr lang="en-US" altLang="ko-KR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2026</a:t>
            </a:r>
            <a:r>
              <a:rPr lang="ko-KR" altLang="en-US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년 직업분류 고도화를 위한 직업정보 프레임워크 연구</a:t>
            </a:r>
            <a:endParaRPr lang="en-US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B682C45-12F4-CD5E-8899-3586E82D2921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9384443" y="6610970"/>
            <a:ext cx="255133" cy="1246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kern="1200" spc="-41" smtClean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lang="en-GB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7269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3D20474C-A01F-E293-1871-AB2DA1115199}"/>
              </a:ext>
            </a:extLst>
          </p:cNvPr>
          <p:cNvSpPr/>
          <p:nvPr userDrawn="1"/>
        </p:nvSpPr>
        <p:spPr>
          <a:xfrm>
            <a:off x="-266697" y="0"/>
            <a:ext cx="5352873" cy="6858000"/>
          </a:xfrm>
          <a:custGeom>
            <a:avLst/>
            <a:gdLst>
              <a:gd name="connsiteX0" fmla="*/ 0 w 5352872"/>
              <a:gd name="connsiteY0" fmla="*/ 0 h 6858000"/>
              <a:gd name="connsiteX1" fmla="*/ 5352872 w 5352872"/>
              <a:gd name="connsiteY1" fmla="*/ 0 h 6858000"/>
              <a:gd name="connsiteX2" fmla="*/ 5289689 w 5352872"/>
              <a:gd name="connsiteY2" fmla="*/ 258922 h 6858000"/>
              <a:gd name="connsiteX3" fmla="*/ 4930244 w 5352872"/>
              <a:gd name="connsiteY3" fmla="*/ 3429001 h 6858000"/>
              <a:gd name="connsiteX4" fmla="*/ 5289689 w 5352872"/>
              <a:gd name="connsiteY4" fmla="*/ 6599080 h 6858000"/>
              <a:gd name="connsiteX5" fmla="*/ 5352872 w 5352872"/>
              <a:gd name="connsiteY5" fmla="*/ 6858000 h 6858000"/>
              <a:gd name="connsiteX6" fmla="*/ 0 w 5352872"/>
              <a:gd name="connsiteY6" fmla="*/ 6858000 h 6858000"/>
              <a:gd name="connsiteX7" fmla="*/ 0 w 535287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52872" h="6858000">
                <a:moveTo>
                  <a:pt x="0" y="0"/>
                </a:moveTo>
                <a:lnTo>
                  <a:pt x="5352872" y="0"/>
                </a:lnTo>
                <a:lnTo>
                  <a:pt x="5289689" y="258922"/>
                </a:lnTo>
                <a:cubicBezTo>
                  <a:pt x="5054524" y="1277658"/>
                  <a:pt x="4930244" y="2338816"/>
                  <a:pt x="4930244" y="3429001"/>
                </a:cubicBezTo>
                <a:cubicBezTo>
                  <a:pt x="4930244" y="4519186"/>
                  <a:pt x="5054524" y="5580344"/>
                  <a:pt x="5289689" y="6599080"/>
                </a:cubicBezTo>
                <a:lnTo>
                  <a:pt x="535287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4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80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030427-A488-428C-47F5-5EDD25491CE1}"/>
              </a:ext>
            </a:extLst>
          </p:cNvPr>
          <p:cNvSpPr txBox="1"/>
          <p:nvPr userDrawn="1"/>
        </p:nvSpPr>
        <p:spPr>
          <a:xfrm>
            <a:off x="6850826" y="6602366"/>
            <a:ext cx="249478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lvl="0" algn="r">
              <a:buNone/>
            </a:pPr>
            <a:r>
              <a:rPr lang="en-US" altLang="ko-KR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2026</a:t>
            </a:r>
            <a:r>
              <a:rPr lang="ko-KR" altLang="en-US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년 직업분류 고도화를 위한 직업정보 프레임워크 연구</a:t>
            </a:r>
            <a:endParaRPr lang="en-US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3C7F39C7-D9C4-A399-B790-88A5D3E12937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9384443" y="6610970"/>
            <a:ext cx="255133" cy="1246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kern="1200" spc="-41" smtClean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lang="en-GB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9483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1C312037-49F0-F0BD-6E90-1CC37526969D}"/>
              </a:ext>
            </a:extLst>
          </p:cNvPr>
          <p:cNvGrpSpPr/>
          <p:nvPr userDrawn="1"/>
        </p:nvGrpSpPr>
        <p:grpSpPr>
          <a:xfrm>
            <a:off x="0" y="-2824"/>
            <a:ext cx="9906000" cy="708569"/>
            <a:chOff x="0" y="-2824"/>
            <a:chExt cx="9906000" cy="73925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380ABAE-41FF-A726-D253-37E6E47F3E3A}"/>
                </a:ext>
              </a:extLst>
            </p:cNvPr>
            <p:cNvSpPr/>
            <p:nvPr userDrawn="1"/>
          </p:nvSpPr>
          <p:spPr>
            <a:xfrm>
              <a:off x="0" y="-2824"/>
              <a:ext cx="9896811" cy="7392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B9A3B34-8B59-C710-9376-18C31BF07CFD}"/>
                </a:ext>
              </a:extLst>
            </p:cNvPr>
            <p:cNvSpPr/>
            <p:nvPr userDrawn="1"/>
          </p:nvSpPr>
          <p:spPr>
            <a:xfrm>
              <a:off x="257729" y="-2821"/>
              <a:ext cx="618550" cy="735757"/>
            </a:xfrm>
            <a:prstGeom prst="rect">
              <a:avLst/>
            </a:prstGeom>
            <a:solidFill>
              <a:srgbClr val="0047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6D744332-BC5A-26D6-3F24-4ACE498202F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355768" y="158731"/>
              <a:ext cx="422479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8DD19D5-2DFF-1122-C614-54E969F3133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736427"/>
              <a:ext cx="9906000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992160A-AE33-EC05-DE7F-4D88B4DDB714}"/>
              </a:ext>
            </a:extLst>
          </p:cNvPr>
          <p:cNvSpPr txBox="1"/>
          <p:nvPr userDrawn="1"/>
        </p:nvSpPr>
        <p:spPr>
          <a:xfrm>
            <a:off x="6830436" y="6602366"/>
            <a:ext cx="251517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lvl="0" algn="r">
              <a:buNone/>
            </a:pPr>
            <a:r>
              <a:rPr lang="en-US" altLang="ko-KR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2026</a:t>
            </a:r>
            <a:r>
              <a:rPr lang="ko-KR" altLang="en-US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년 직업분류 고도화를 위한 직업정보 프레임워크 연구</a:t>
            </a:r>
            <a:endParaRPr lang="en-US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7525220C-6F4D-07DC-339D-EFA742733CB2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9384443" y="6610970"/>
            <a:ext cx="255133" cy="1246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kern="1200" spc="-41" smtClean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lang="en-GB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4583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363CD-C894-4517-B9CF-A2C7A06EAF49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5E4FF-9C59-483A-9030-FFCEC36C1D7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0" y="0"/>
            <a:ext cx="9906000" cy="6858000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00" b="78120"/>
          <a:stretch/>
        </p:blipFill>
        <p:spPr>
          <a:xfrm>
            <a:off x="1" y="5940170"/>
            <a:ext cx="1129993" cy="91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196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890FB-6662-4C0C-A235-FB94F8DD481A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BF2B35-6339-49B5-83E5-FA6F7F9C56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49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3" r:id="rId2"/>
    <p:sldLayoutId id="2147483674" r:id="rId3"/>
    <p:sldLayoutId id="2147483667" r:id="rId4"/>
    <p:sldLayoutId id="2147483672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895A6-32DF-4497-4696-5CF2A2A8B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9EBE20C3-06CA-DA8E-C03B-8E0449A5E6A8}"/>
              </a:ext>
            </a:extLst>
          </p:cNvPr>
          <p:cNvGrpSpPr/>
          <p:nvPr/>
        </p:nvGrpSpPr>
        <p:grpSpPr>
          <a:xfrm>
            <a:off x="236538" y="497831"/>
            <a:ext cx="9432925" cy="461665"/>
            <a:chOff x="381000" y="1076951"/>
            <a:chExt cx="9288463" cy="46166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2FA6CE-D8EF-D332-A7C8-87A2DD582A08}"/>
                </a:ext>
              </a:extLst>
            </p:cNvPr>
            <p:cNvSpPr txBox="1"/>
            <p:nvPr/>
          </p:nvSpPr>
          <p:spPr>
            <a:xfrm>
              <a:off x="381000" y="1076951"/>
              <a:ext cx="49217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solidFill>
                    <a:srgbClr val="004193"/>
                  </a:solidFill>
                  <a:latin typeface="페이퍼로지 8 ExtraBold" pitchFamily="2" charset="-127"/>
                  <a:ea typeface="페이퍼로지 8 ExtraBold" pitchFamily="2" charset="-127"/>
                </a:rPr>
                <a:t>[</a:t>
              </a:r>
              <a:r>
                <a:rPr lang="ko-KR" altLang="en-US" sz="2400" dirty="0">
                  <a:solidFill>
                    <a:srgbClr val="004193"/>
                  </a:solidFill>
                  <a:latin typeface="페이퍼로지 8 ExtraBold" pitchFamily="2" charset="-127"/>
                  <a:ea typeface="페이퍼로지 8 ExtraBold" pitchFamily="2" charset="-127"/>
                </a:rPr>
                <a:t>착수보고</a:t>
              </a:r>
              <a:r>
                <a:rPr lang="en-US" altLang="ko-KR" sz="2400" dirty="0">
                  <a:solidFill>
                    <a:srgbClr val="004193"/>
                  </a:solidFill>
                  <a:latin typeface="페이퍼로지 8 ExtraBold" pitchFamily="2" charset="-127"/>
                  <a:ea typeface="페이퍼로지 8 ExtraBold" pitchFamily="2" charset="-127"/>
                </a:rPr>
                <a:t>]</a:t>
              </a: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0D6B788-2597-2FDD-0426-6DA5C4FFFCCA}"/>
                </a:ext>
              </a:extLst>
            </p:cNvPr>
            <p:cNvCxnSpPr>
              <a:cxnSpLocks/>
            </p:cNvCxnSpPr>
            <p:nvPr/>
          </p:nvCxnSpPr>
          <p:spPr>
            <a:xfrm>
              <a:off x="2319130" y="1307783"/>
              <a:ext cx="7350333" cy="0"/>
            </a:xfrm>
            <a:prstGeom prst="line">
              <a:avLst/>
            </a:prstGeom>
            <a:ln w="38100">
              <a:solidFill>
                <a:srgbClr val="0041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B8C77B4-F35D-267E-0953-31D57AF90B89}"/>
              </a:ext>
            </a:extLst>
          </p:cNvPr>
          <p:cNvSpPr txBox="1"/>
          <p:nvPr/>
        </p:nvSpPr>
        <p:spPr>
          <a:xfrm>
            <a:off x="236536" y="2207528"/>
            <a:ext cx="94329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solidFill>
                  <a:srgbClr val="004193"/>
                </a:solidFill>
                <a:latin typeface="페이퍼로지 8 ExtraBold" pitchFamily="2" charset="-127"/>
                <a:ea typeface="페이퍼로지 8 ExtraBold" pitchFamily="2" charset="-127"/>
              </a:rPr>
              <a:t>직업분류 고도화를 위한 직업정보 프레임워크 연구</a:t>
            </a:r>
            <a:endParaRPr lang="en-US" altLang="ko-KR" sz="4400" dirty="0">
              <a:solidFill>
                <a:srgbClr val="004193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CBB41E-DBCF-A3A1-E1F8-7B9D1485EC64}"/>
              </a:ext>
            </a:extLst>
          </p:cNvPr>
          <p:cNvSpPr txBox="1"/>
          <p:nvPr/>
        </p:nvSpPr>
        <p:spPr>
          <a:xfrm>
            <a:off x="2492135" y="3822750"/>
            <a:ext cx="4921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2026. 05.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9DD980D-2BC0-D722-7171-32DAB963A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36" y="6280346"/>
            <a:ext cx="1871889" cy="45757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281E2-A120-D6AE-A2F2-028103F48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89" y="6228846"/>
            <a:ext cx="1933572" cy="56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814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B7FC0-A881-C75D-8DA9-BEB2F3923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13A18942-9AED-5DC5-EC5A-B8D94A84843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4938377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F3856E9-4239-4EE7-A372-FDCF4882F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57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C9CDCF-90F8-42B0-BD0A-794C52688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7" y="30095"/>
            <a:ext cx="990575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07D05FE-3FB8-4314-A050-9AB40814D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7" y="-11219"/>
            <a:ext cx="4588167" cy="6483075"/>
            <a:chOff x="-19221" y="0"/>
            <a:chExt cx="5646974" cy="648307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DDC6C42-DDD5-4105-85F2-9C052563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FB95E12-4EF0-42F7-BCF9-AD31B4C8E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338F8B2-67A9-4086-9341-7705CAB6F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653AAAF-CCEF-494B-9366-16BB3815A6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4B356D9-49C3-412F-8E03-AC9AE8371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6A6349-919E-3139-2B5E-5AD363204BB9}"/>
              </a:ext>
            </a:extLst>
          </p:cNvPr>
          <p:cNvSpPr/>
          <p:nvPr/>
        </p:nvSpPr>
        <p:spPr>
          <a:xfrm>
            <a:off x="653796" y="2023236"/>
            <a:ext cx="2973568" cy="2820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ko-KR" sz="36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  <a:cs typeface="+mj-cs"/>
              </a:rPr>
              <a:t>Contents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30927E-FDB8-1803-2915-4C757442FC08}"/>
              </a:ext>
            </a:extLst>
          </p:cNvPr>
          <p:cNvSpPr txBox="1"/>
          <p:nvPr/>
        </p:nvSpPr>
        <p:spPr>
          <a:xfrm>
            <a:off x="374644" y="2724699"/>
            <a:ext cx="3038011" cy="26731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ko-KR" altLang="en-US" sz="1137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페이퍼로지 6 SemiBold" pitchFamily="2" charset="-127"/>
                <a:ea typeface="페이퍼로지 6 SemiBold" pitchFamily="2" charset="-127"/>
              </a:rPr>
              <a:t>직업분류 고도화를 위한 직업정보 프레임워크 연구</a:t>
            </a:r>
            <a:endParaRPr lang="en-US" altLang="ko-KR" sz="1137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EDEAF87-5C57-1925-8D78-1639D83C5D51}"/>
              </a:ext>
            </a:extLst>
          </p:cNvPr>
          <p:cNvGrpSpPr/>
          <p:nvPr/>
        </p:nvGrpSpPr>
        <p:grpSpPr>
          <a:xfrm>
            <a:off x="4588360" y="3428408"/>
            <a:ext cx="5044590" cy="1970600"/>
            <a:chOff x="5101167" y="2798365"/>
            <a:chExt cx="4525433" cy="197060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0A55359-F61A-BBA7-FB34-5109BD26511E}"/>
                </a:ext>
              </a:extLst>
            </p:cNvPr>
            <p:cNvSpPr/>
            <p:nvPr/>
          </p:nvSpPr>
          <p:spPr>
            <a:xfrm>
              <a:off x="5342646" y="3197316"/>
              <a:ext cx="3933334" cy="15716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국내</a:t>
              </a:r>
              <a:r>
                <a:rPr lang="en-US" altLang="ko-KR" sz="14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·</a:t>
              </a:r>
              <a:r>
                <a:rPr lang="ko-KR" altLang="en-US" sz="14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외</a:t>
              </a: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 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직업정보 분석</a:t>
              </a:r>
              <a:endPara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직업정보 프레임워크 설계</a:t>
              </a:r>
              <a:endParaRPr lang="en-US" altLang="ko-KR" sz="14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직업정보 프레임워크 검증</a:t>
              </a:r>
              <a:endPara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직업분류 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고도화 활용 방안</a:t>
              </a:r>
              <a:endParaRPr lang="ko-KR" altLang="en-US" sz="14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D30B3C3-8D3E-4E64-8A6A-D3CC1E1505AB}"/>
                </a:ext>
              </a:extLst>
            </p:cNvPr>
            <p:cNvSpPr/>
            <p:nvPr/>
          </p:nvSpPr>
          <p:spPr>
            <a:xfrm>
              <a:off x="5423401" y="2808672"/>
              <a:ext cx="1215425" cy="3860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370332">
                <a:lnSpc>
                  <a:spcPct val="130000"/>
                </a:lnSpc>
                <a:spcAft>
                  <a:spcPts val="600"/>
                </a:spcAft>
                <a:buClr>
                  <a:srgbClr val="000000"/>
                </a:buClr>
                <a:buFont typeface="Arial"/>
                <a:defRPr/>
              </a:pPr>
              <a:r>
                <a:rPr lang="ko-KR" altLang="en-US" sz="16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latin typeface="+mn-lt"/>
                  <a:ea typeface="페이퍼로지 6 SemiBold" pitchFamily="2" charset="-127"/>
                  <a:cs typeface="Arial"/>
                </a:rPr>
                <a:t>연구 </a:t>
              </a:r>
              <a:r>
                <a:rPr lang="ko-KR" altLang="en-US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ea typeface="페이퍼로지 6 SemiBold" pitchFamily="2" charset="-127"/>
                  <a:cs typeface="Arial"/>
                </a:rPr>
                <a:t>추진 계획</a:t>
              </a:r>
              <a:endPara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060169B-6274-E627-6557-A37C0DE282E8}"/>
                </a:ext>
              </a:extLst>
            </p:cNvPr>
            <p:cNvSpPr/>
            <p:nvPr/>
          </p:nvSpPr>
          <p:spPr>
            <a:xfrm>
              <a:off x="5101167" y="2798365"/>
              <a:ext cx="37992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370332">
                <a:spcAft>
                  <a:spcPts val="600"/>
                </a:spcAft>
              </a:pPr>
              <a:r>
                <a:rPr lang="en-US" altLang="ko-KR" sz="20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latin typeface="페이퍼로지 6 SemiBold" pitchFamily="2" charset="-127"/>
                  <a:ea typeface="페이퍼로지 6 SemiBold" pitchFamily="2" charset="-127"/>
                </a:rPr>
                <a:t>Ⅱ.</a:t>
              </a:r>
              <a:endPara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3CD58B5-46FA-596C-B652-D992E1D9C589}"/>
                </a:ext>
              </a:extLst>
            </p:cNvPr>
            <p:cNvSpPr/>
            <p:nvPr/>
          </p:nvSpPr>
          <p:spPr>
            <a:xfrm>
              <a:off x="9096710" y="3197319"/>
              <a:ext cx="529890" cy="65710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spc="-4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08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spc="-4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13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spc="-4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17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spc="-4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19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74DF9D-9945-6D72-820C-106D8C0E5850}"/>
                </a:ext>
              </a:extLst>
            </p:cNvPr>
            <p:cNvSpPr/>
            <p:nvPr/>
          </p:nvSpPr>
          <p:spPr>
            <a:xfrm>
              <a:off x="9045678" y="2814423"/>
              <a:ext cx="580922" cy="414455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 defTabSz="370332">
                <a:lnSpc>
                  <a:spcPct val="130000"/>
                </a:lnSpc>
                <a:spcAft>
                  <a:spcPts val="600"/>
                </a:spcAft>
                <a:buClr>
                  <a:srgbClr val="000000"/>
                </a:buClr>
                <a:buFont typeface="Arial"/>
                <a:defRPr/>
              </a:pPr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ea typeface="페이퍼로지 6 SemiBold" pitchFamily="2" charset="-127"/>
                  <a:cs typeface="Arial"/>
                </a:rPr>
                <a:t>07</a:t>
              </a:r>
              <a:endPara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ea typeface="페이퍼로지 6 SemiBold" pitchFamily="2" charset="-127"/>
                <a:cs typeface="Arial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ED710DB-F230-7A9D-1024-9F9AE8F65E13}"/>
              </a:ext>
            </a:extLst>
          </p:cNvPr>
          <p:cNvGrpSpPr/>
          <p:nvPr/>
        </p:nvGrpSpPr>
        <p:grpSpPr>
          <a:xfrm>
            <a:off x="4588360" y="1323097"/>
            <a:ext cx="5044590" cy="1733545"/>
            <a:chOff x="5101167" y="880533"/>
            <a:chExt cx="4525433" cy="173354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952A161-FBBD-9111-E50C-F1E69E5954E4}"/>
                </a:ext>
              </a:extLst>
            </p:cNvPr>
            <p:cNvSpPr/>
            <p:nvPr/>
          </p:nvSpPr>
          <p:spPr>
            <a:xfrm>
              <a:off x="5342646" y="1279482"/>
              <a:ext cx="3933334" cy="11715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연구 배경 및 필요성</a:t>
              </a:r>
              <a:endPara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연구 목적 및 범위</a:t>
              </a:r>
              <a:endParaRPr lang="en-US" altLang="ko-KR" sz="14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추진 일정 계획</a:t>
              </a:r>
              <a:endParaRPr lang="en-US" altLang="ko-KR" sz="14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667F1F5-BDCB-0C94-2976-E67FB67AF8F8}"/>
                </a:ext>
              </a:extLst>
            </p:cNvPr>
            <p:cNvSpPr/>
            <p:nvPr/>
          </p:nvSpPr>
          <p:spPr>
            <a:xfrm>
              <a:off x="5423401" y="890839"/>
              <a:ext cx="853040" cy="3860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370332">
                <a:lnSpc>
                  <a:spcPct val="13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ko-KR" altLang="en-US" sz="16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latin typeface="+mn-lt"/>
                  <a:ea typeface="페이퍼로지 6 SemiBold" pitchFamily="2" charset="-127"/>
                  <a:cs typeface="Arial"/>
                </a:rPr>
                <a:t>연구 개요</a:t>
              </a:r>
              <a:endPara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5E3D720-9742-0AF5-0F1B-77724D9F47E8}"/>
                </a:ext>
              </a:extLst>
            </p:cNvPr>
            <p:cNvSpPr/>
            <p:nvPr/>
          </p:nvSpPr>
          <p:spPr>
            <a:xfrm>
              <a:off x="5101167" y="880533"/>
              <a:ext cx="35260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370332">
                <a:spcAft>
                  <a:spcPts val="600"/>
                </a:spcAft>
              </a:pPr>
              <a:r>
                <a:rPr lang="en-US" altLang="ko-KR" sz="20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latin typeface="페이퍼로지 6 SemiBold" pitchFamily="2" charset="-127"/>
                  <a:ea typeface="페이퍼로지 6 SemiBold" pitchFamily="2" charset="-127"/>
                </a:rPr>
                <a:t>Ⅰ. </a:t>
              </a:r>
              <a:endPara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37088B6-5FC2-FA7B-61FB-2B22637430E1}"/>
                </a:ext>
              </a:extLst>
            </p:cNvPr>
            <p:cNvSpPr/>
            <p:nvPr/>
          </p:nvSpPr>
          <p:spPr>
            <a:xfrm>
              <a:off x="9096710" y="1279486"/>
              <a:ext cx="529890" cy="1334592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04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05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06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30ED46B-FD5C-8D56-D19E-065B4A3638A5}"/>
                </a:ext>
              </a:extLst>
            </p:cNvPr>
            <p:cNvSpPr/>
            <p:nvPr/>
          </p:nvSpPr>
          <p:spPr>
            <a:xfrm>
              <a:off x="9045678" y="896591"/>
              <a:ext cx="580922" cy="414455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 defTabSz="370332">
                <a:lnSpc>
                  <a:spcPct val="130000"/>
                </a:lnSpc>
                <a:spcAft>
                  <a:spcPts val="600"/>
                </a:spcAft>
                <a:buClr>
                  <a:srgbClr val="000000"/>
                </a:buClr>
                <a:buFont typeface="Arial"/>
                <a:defRPr/>
              </a:pPr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ea typeface="페이퍼로지 6 SemiBold" pitchFamily="2" charset="-127"/>
                  <a:cs typeface="Arial"/>
                </a:rPr>
                <a:t>04</a:t>
              </a:r>
              <a:endPara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ea typeface="페이퍼로지 6 SemiBold" pitchFamily="2" charset="-127"/>
                <a:cs typeface="Arial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AA0A8F43-3D5A-BE32-25DF-02175BF1F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89" y="6203022"/>
            <a:ext cx="1933572" cy="56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26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C92D1-4710-AC4F-C2B4-2A4BE3F07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C777BC9D-A26C-1408-918E-A3D0E876F01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538" y="45376"/>
            <a:ext cx="4938377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1C49092-C3A1-2A18-C74F-62E83092C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57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19285B-C1BA-2C97-C2D8-1740563B6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7" y="30095"/>
            <a:ext cx="990575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0F53FA7-6911-A5A6-6539-9B9E9F7DC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7" y="-11219"/>
            <a:ext cx="4588167" cy="6483075"/>
            <a:chOff x="-19221" y="0"/>
            <a:chExt cx="5646974" cy="648307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F79F94C-4E55-3583-1BF3-7071B55F3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1FC34D6-A4E2-A8E1-4D0A-1D429FE66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4D18F50-6BFF-F7A7-AAF2-613490D626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6C87200-29F9-2B85-B452-B2C7DB4DF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527CA46-1015-0C81-0ABB-E34B46A84F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" name="Picture 3">
            <a:extLst>
              <a:ext uri="{FF2B5EF4-FFF2-40B4-BE49-F238E27FC236}">
                <a16:creationId xmlns:a16="http://schemas.microsoft.com/office/drawing/2014/main" id="{34B9288A-41BB-EC07-15F9-E73EC4904BD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6126481" cy="685800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</p:pic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6B44D532-352A-497C-41C2-B5BB882BAC3A}"/>
              </a:ext>
            </a:extLst>
          </p:cNvPr>
          <p:cNvSpPr txBox="1">
            <a:spLocks/>
          </p:cNvSpPr>
          <p:nvPr/>
        </p:nvSpPr>
        <p:spPr>
          <a:xfrm>
            <a:off x="796" y="2009014"/>
            <a:ext cx="6003764" cy="1066962"/>
          </a:xfrm>
          <a:prstGeom prst="rect">
            <a:avLst/>
          </a:prstGeom>
        </p:spPr>
        <p:txBody>
          <a:bodyPr vert="horz" wrap="square" lIns="360000" tIns="72001" rIns="252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lang="en-US" sz="2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400" indent="-2304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&gt;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82400" indent="-23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–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698400" indent="-201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-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698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1700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25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Ⅰ. </a:t>
            </a:r>
            <a:r>
              <a:rPr lang="ko-KR" altLang="en-US" sz="25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연구 개요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9B32A977-A3A4-A764-1381-1C0F290591A3}"/>
              </a:ext>
            </a:extLst>
          </p:cNvPr>
          <p:cNvSpPr txBox="1">
            <a:spLocks/>
          </p:cNvSpPr>
          <p:nvPr/>
        </p:nvSpPr>
        <p:spPr>
          <a:xfrm>
            <a:off x="277426" y="2683422"/>
            <a:ext cx="5849055" cy="2165564"/>
          </a:xfrm>
          <a:prstGeom prst="rect">
            <a:avLst/>
          </a:prstGeom>
        </p:spPr>
        <p:txBody>
          <a:bodyPr vert="horz" wrap="square" lIns="360000" tIns="72001" rIns="252000" bIns="0" rtlCol="0" anchor="t" anchorCtr="0">
            <a:normAutofit/>
          </a:bodyPr>
          <a:lstStyle>
            <a:defPPr>
              <a:defRPr lang="en-US"/>
            </a:defPPr>
            <a:lvl1pPr indent="0" defTabSz="914400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2100" b="0" i="0" baseline="0"/>
            </a:lvl1pPr>
            <a:lvl2pPr marL="342900" lvl="1" indent="-342900" defTabSz="914400">
              <a:lnSpc>
                <a:spcPct val="140000"/>
              </a:lnSpc>
              <a:spcBef>
                <a:spcPts val="400"/>
              </a:spcBef>
              <a:buClr>
                <a:schemeClr val="tx1">
                  <a:lumMod val="85000"/>
                  <a:lumOff val="15000"/>
                </a:schemeClr>
              </a:buClr>
              <a:buFont typeface="Arial Narrow" pitchFamily="34" charset="0"/>
              <a:buAutoNum type="arabicPeriod"/>
              <a:defRPr sz="2000" b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defRPr>
            </a:lvl2pPr>
            <a:lvl3pPr marL="482400" indent="-234000" defTabSz="914400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–"/>
              <a:defRPr sz="2100" b="0"/>
            </a:lvl3pPr>
            <a:lvl4pPr marL="698400" indent="-201600" defTabSz="914400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-"/>
              <a:defRPr sz="2100" b="0"/>
            </a:lvl4pPr>
            <a:lvl5pPr marL="698400" indent="0" defTabSz="914400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1700">
                <a:latin typeface="Arial Narrow" pitchFamily="34" charset="0"/>
              </a:defRPr>
            </a:lvl5pPr>
            <a:lvl6pPr marL="2514600" indent="-228600" defTabSz="914400">
              <a:spcBef>
                <a:spcPct val="20000"/>
              </a:spcBef>
              <a:buFont typeface="Arial Narrow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 Narrow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 Narrow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 Narrow" pitchFamily="34" charset="0"/>
              <a:buChar char="•"/>
              <a:defRPr sz="2000"/>
            </a:lvl9pPr>
          </a:lstStyle>
          <a:p>
            <a:pPr lvl="1"/>
            <a:r>
              <a:rPr lang="ko-KR" altLang="en-US" dirty="0"/>
              <a:t>연구</a:t>
            </a:r>
            <a:r>
              <a:rPr lang="en-US" altLang="ko-KR" dirty="0"/>
              <a:t> </a:t>
            </a:r>
            <a:r>
              <a:rPr lang="ko-KR" altLang="en-US" dirty="0"/>
              <a:t>배경 및 필요성</a:t>
            </a:r>
            <a:endParaRPr lang="en-US" altLang="ko-KR" dirty="0"/>
          </a:p>
          <a:p>
            <a:pPr lvl="1"/>
            <a:r>
              <a:rPr lang="ko-KR" altLang="en-US" dirty="0"/>
              <a:t>연구 목적 및 범위</a:t>
            </a:r>
            <a:endParaRPr lang="en-US" altLang="ko-KR" dirty="0"/>
          </a:p>
          <a:p>
            <a:pPr lvl="1"/>
            <a:r>
              <a:rPr lang="ko-KR" altLang="en-US" dirty="0"/>
              <a:t>연구 추진 일정 계획</a:t>
            </a:r>
          </a:p>
        </p:txBody>
      </p:sp>
    </p:spTree>
    <p:extLst>
      <p:ext uri="{BB962C8B-B14F-4D97-AF65-F5344CB8AC3E}">
        <p14:creationId xmlns:p14="http://schemas.microsoft.com/office/powerpoint/2010/main" val="479115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3BA0E-569D-0886-073F-890EA1C62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B5486BB-618F-A46A-3092-C889FE90AF31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Ⅰ.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개요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8" name="TextBox 1">
            <a:extLst>
              <a:ext uri="{FF2B5EF4-FFF2-40B4-BE49-F238E27FC236}">
                <a16:creationId xmlns:a16="http://schemas.microsoft.com/office/drawing/2014/main" id="{3BE1C062-206A-1C3C-5EA3-40F0A577A8BC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9" name="TextBox 2">
            <a:extLst>
              <a:ext uri="{FF2B5EF4-FFF2-40B4-BE49-F238E27FC236}">
                <a16:creationId xmlns:a16="http://schemas.microsoft.com/office/drawing/2014/main" id="{C13C811C-C68E-D6F5-505C-6795D7DD1678}"/>
              </a:ext>
            </a:extLst>
          </p:cNvPr>
          <p:cNvSpPr txBox="1"/>
          <p:nvPr/>
        </p:nvSpPr>
        <p:spPr>
          <a:xfrm>
            <a:off x="978778" y="230485"/>
            <a:ext cx="7377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연구 배경 및 필요성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515E3A2-8B7E-1A8E-EAF7-E08EF1C1D952}"/>
              </a:ext>
            </a:extLst>
          </p:cNvPr>
          <p:cNvSpPr/>
          <p:nvPr/>
        </p:nvSpPr>
        <p:spPr>
          <a:xfrm>
            <a:off x="246264" y="2254015"/>
            <a:ext cx="4598786" cy="323973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➀ 직업분류체계의 정책적 중요성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A6C26D-1E72-D0BB-7A24-AC2E31F17821}"/>
              </a:ext>
            </a:extLst>
          </p:cNvPr>
          <p:cNvSpPr/>
          <p:nvPr/>
        </p:nvSpPr>
        <p:spPr>
          <a:xfrm>
            <a:off x="246264" y="2587476"/>
            <a:ext cx="4598786" cy="1451124"/>
          </a:xfrm>
          <a:prstGeom prst="rect">
            <a:avLst/>
          </a:prstGeom>
          <a:solidFill>
            <a:schemeClr val="bg1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국가 차원의 직업분류체계는 노동시장 통계 </a:t>
            </a:r>
            <a:r>
              <a:rPr lang="ko-KR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생산뿐만</a:t>
            </a: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아니라 직업정보 제공, 인력수급 분석, </a:t>
            </a:r>
            <a:r>
              <a:rPr lang="ko-KR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교육·훈련</a:t>
            </a: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정책 설계 등 다양한 정책 영역에 활용되는 핵심 기반 인프라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한국표준직업분류(KSCO) 역시 국제표준직업분류(ISCO-08) 기반으로 구축되어 국가 통계 및 행정자료 생산의 표준 기준으로 활용 중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그러나 KSCO 단독으로는 정보 인프라 역할 수행에 한계가 있어, 보완적 직업정보 프레임워크 구축이 필요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306DDD6-A4CD-B0CE-54A1-36CA5A2F05B4}"/>
              </a:ext>
            </a:extLst>
          </p:cNvPr>
          <p:cNvSpPr/>
          <p:nvPr/>
        </p:nvSpPr>
        <p:spPr>
          <a:xfrm>
            <a:off x="246264" y="4211129"/>
            <a:ext cx="4598786" cy="323973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➁ </a:t>
            </a:r>
            <a:r>
              <a:rPr lang="en-US" altLang="ko-KR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ISCO-28 </a:t>
            </a:r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개정 동향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DDD73B-C608-D1CC-49EC-6774AE9710C8}"/>
              </a:ext>
            </a:extLst>
          </p:cNvPr>
          <p:cNvSpPr/>
          <p:nvPr/>
        </p:nvSpPr>
        <p:spPr>
          <a:xfrm>
            <a:off x="246264" y="4530161"/>
            <a:ext cx="4598786" cy="700526"/>
          </a:xfrm>
          <a:prstGeom prst="rect">
            <a:avLst/>
          </a:prstGeom>
          <a:solidFill>
            <a:schemeClr val="bg1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국제노동기구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(ILO)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는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ISCO-28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개정 논의에서 직능수준의 측정 기준을 </a:t>
            </a:r>
            <a:r>
              <a:rPr lang="ko-KR" altLang="en-US" sz="1200" b="1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교육</a:t>
            </a:r>
            <a:r>
              <a:rPr lang="en-US" altLang="ko-KR" sz="1200" b="1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b="1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책임성</a:t>
            </a:r>
            <a:r>
              <a:rPr lang="en-US" altLang="ko-KR" sz="1200" b="1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b="1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경험</a:t>
            </a:r>
            <a:r>
              <a:rPr lang="en-US" altLang="ko-KR" sz="1200" b="1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b="1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업무기반학습</a:t>
            </a:r>
            <a:r>
              <a:rPr lang="en-US" altLang="ko-KR" sz="1200" b="1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등 다차원으로 확대 검토 중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(2028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년 시행 예상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596E71C-7804-9219-AB48-4026506D0793}"/>
              </a:ext>
            </a:extLst>
          </p:cNvPr>
          <p:cNvSpPr/>
          <p:nvPr/>
        </p:nvSpPr>
        <p:spPr>
          <a:xfrm>
            <a:off x="246264" y="5412707"/>
            <a:ext cx="4598786" cy="323973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➂ 노동시장 환경의 급격한 변화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E915DA3-C732-C719-298E-4E38C2EE4C3D}"/>
              </a:ext>
            </a:extLst>
          </p:cNvPr>
          <p:cNvSpPr/>
          <p:nvPr/>
        </p:nvSpPr>
        <p:spPr>
          <a:xfrm>
            <a:off x="246264" y="5731738"/>
            <a:ext cx="4598786" cy="700526"/>
          </a:xfrm>
          <a:prstGeom prst="rect">
            <a:avLst/>
          </a:prstGeom>
          <a:solidFill>
            <a:schemeClr val="bg1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기술혁신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디지털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전환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새로운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산업의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등장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등으로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인해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구조가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빠르게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변화하고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있음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BBA6597D-31BB-A0D3-5375-BD8FF7994978}"/>
              </a:ext>
            </a:extLst>
          </p:cNvPr>
          <p:cNvSpPr txBox="1">
            <a:spLocks/>
          </p:cNvSpPr>
          <p:nvPr/>
        </p:nvSpPr>
        <p:spPr>
          <a:xfrm>
            <a:off x="243782" y="883334"/>
            <a:ext cx="9389168" cy="56605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ISCO-28 </a:t>
            </a:r>
            <a:r>
              <a:rPr lang="ko-KR" altLang="en-US" dirty="0"/>
              <a:t>개정에 대한 </a:t>
            </a:r>
            <a:r>
              <a:rPr lang="ko-KR" altLang="en-US" dirty="0" err="1"/>
              <a:t>선제적</a:t>
            </a:r>
            <a:r>
              <a:rPr lang="ko-KR" altLang="en-US" dirty="0"/>
              <a:t> 대응과 국내 직업정보의 구조적 한계 극복을 위해</a:t>
            </a:r>
            <a:r>
              <a:rPr lang="en-US" altLang="ko-KR" dirty="0"/>
              <a:t>, </a:t>
            </a:r>
            <a:r>
              <a:rPr lang="ko-KR" altLang="en-US" dirty="0"/>
              <a:t>한국표준직업분류 기반의 </a:t>
            </a:r>
            <a:r>
              <a:rPr lang="ko-KR" altLang="en-US" b="1" dirty="0"/>
              <a:t>직업정보 프레임워크</a:t>
            </a:r>
            <a:r>
              <a:rPr lang="ko-KR" altLang="en-US" dirty="0"/>
              <a:t> 구축이 필요함</a:t>
            </a:r>
            <a:r>
              <a:rPr lang="en-US" altLang="ko-KR" dirty="0"/>
              <a:t>.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Box 246">
            <a:extLst>
              <a:ext uri="{FF2B5EF4-FFF2-40B4-BE49-F238E27FC236}">
                <a16:creationId xmlns:a16="http://schemas.microsoft.com/office/drawing/2014/main" id="{9F547768-954C-A474-CCD3-7BD9091EBE64}"/>
              </a:ext>
            </a:extLst>
          </p:cNvPr>
          <p:cNvSpPr txBox="1"/>
          <p:nvPr/>
        </p:nvSpPr>
        <p:spPr>
          <a:xfrm>
            <a:off x="261816" y="1652713"/>
            <a:ext cx="4583234" cy="350838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연구 배경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630D292-F0F9-DF1B-37FC-D4C2253D9854}"/>
              </a:ext>
            </a:extLst>
          </p:cNvPr>
          <p:cNvCxnSpPr>
            <a:cxnSpLocks/>
          </p:cNvCxnSpPr>
          <p:nvPr/>
        </p:nvCxnSpPr>
        <p:spPr>
          <a:xfrm>
            <a:off x="261816" y="1627313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246">
            <a:extLst>
              <a:ext uri="{FF2B5EF4-FFF2-40B4-BE49-F238E27FC236}">
                <a16:creationId xmlns:a16="http://schemas.microsoft.com/office/drawing/2014/main" id="{D2FAC21B-7811-A33E-D8E0-59C973FC1E64}"/>
              </a:ext>
            </a:extLst>
          </p:cNvPr>
          <p:cNvSpPr txBox="1"/>
          <p:nvPr/>
        </p:nvSpPr>
        <p:spPr>
          <a:xfrm>
            <a:off x="5083054" y="1652713"/>
            <a:ext cx="4583234" cy="350838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연구 필요성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1B73AD7-8959-689C-B63E-BF9EBAC1E03F}"/>
              </a:ext>
            </a:extLst>
          </p:cNvPr>
          <p:cNvCxnSpPr>
            <a:cxnSpLocks/>
          </p:cNvCxnSpPr>
          <p:nvPr/>
        </p:nvCxnSpPr>
        <p:spPr>
          <a:xfrm>
            <a:off x="5083054" y="1627313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C231434-0316-1A8B-7647-6CB15A585330}"/>
              </a:ext>
            </a:extLst>
          </p:cNvPr>
          <p:cNvSpPr/>
          <p:nvPr/>
        </p:nvSpPr>
        <p:spPr>
          <a:xfrm>
            <a:off x="5049716" y="2248258"/>
            <a:ext cx="4583233" cy="339218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한국 직업정보 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3D9EC0-AF47-DB1D-F656-E8CA86D976E8}"/>
              </a:ext>
            </a:extLst>
          </p:cNvPr>
          <p:cNvSpPr txBox="1"/>
          <p:nvPr/>
        </p:nvSpPr>
        <p:spPr>
          <a:xfrm>
            <a:off x="5060953" y="2689857"/>
            <a:ext cx="1187447" cy="1554844"/>
          </a:xfrm>
          <a:prstGeom prst="rect">
            <a:avLst/>
          </a:prstGeom>
          <a:pattFill prst="dkUp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[</a:t>
            </a:r>
            <a:r>
              <a:rPr lang="ko-KR" altLang="en-US" sz="14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분류 체계</a:t>
            </a:r>
            <a:r>
              <a:rPr lang="en-US" altLang="ko-KR" sz="14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]</a:t>
            </a:r>
          </a:p>
          <a:p>
            <a:pPr>
              <a:lnSpc>
                <a:spcPct val="150000"/>
              </a:lnSpc>
            </a:pP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5725" indent="-8572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KSCO</a:t>
            </a:r>
          </a:p>
          <a:p>
            <a:pPr marL="85725" indent="-8572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KECO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BA5ED1F-9C4C-DBFA-F662-2245C4388AC7}"/>
              </a:ext>
            </a:extLst>
          </p:cNvPr>
          <p:cNvSpPr/>
          <p:nvPr/>
        </p:nvSpPr>
        <p:spPr>
          <a:xfrm>
            <a:off x="5049716" y="4655602"/>
            <a:ext cx="4583234" cy="1776662"/>
          </a:xfrm>
          <a:prstGeom prst="rect">
            <a:avLst/>
          </a:prstGeom>
          <a:solidFill>
            <a:schemeClr val="bg1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현행 한국 직업정보 체계는 분산</a:t>
            </a:r>
            <a:r>
              <a:rPr lang="en-US" altLang="ko-KR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서술형 중심으로</a:t>
            </a:r>
            <a:r>
              <a:rPr lang="en-US" altLang="ko-KR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</a:p>
          <a:p>
            <a:pPr algn="ctr"/>
            <a:r>
              <a:rPr lang="ko-KR" altLang="en-US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 간 체계적 비교</a:t>
            </a:r>
            <a:r>
              <a:rPr lang="en-US" altLang="ko-KR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 및 정책 활용에 구조적 한계가 존재함</a:t>
            </a:r>
            <a:endParaRPr lang="en-US" altLang="ko-KR" sz="14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ko-KR" altLang="en-US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→</a:t>
            </a:r>
            <a:r>
              <a:rPr lang="en-US" altLang="ko-KR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직업분류 </a:t>
            </a:r>
            <a:r>
              <a:rPr lang="en-US" altLang="ko-KR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- </a:t>
            </a:r>
            <a:r>
              <a:rPr lang="ko-KR" altLang="en-US" sz="14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직업정보 양방향 체계 구축 필요</a:t>
            </a:r>
            <a:endParaRPr lang="en-US" altLang="ko-KR" sz="14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endParaRPr lang="ko-KR" altLang="en-US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서술형 문장 형태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작업 수행 활동이 서술형 문장 형태로 제시되어 있음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표준화된 분류 부재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동일한 업무활동이 서로 다른 표현으로 기술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데이터 구조 미흡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직업정보가 데이터 구조 형태로 구축되어 있지 않음</a:t>
            </a:r>
          </a:p>
        </p:txBody>
      </p:sp>
      <p:sp>
        <p:nvSpPr>
          <p:cNvPr id="39" name="이등변 삼각형 38">
            <a:extLst>
              <a:ext uri="{FF2B5EF4-FFF2-40B4-BE49-F238E27FC236}">
                <a16:creationId xmlns:a16="http://schemas.microsoft.com/office/drawing/2014/main" id="{BF2B20E8-B503-87EB-C4F5-0E0E3FA5A240}"/>
              </a:ext>
            </a:extLst>
          </p:cNvPr>
          <p:cNvSpPr/>
          <p:nvPr/>
        </p:nvSpPr>
        <p:spPr>
          <a:xfrm rot="10800000">
            <a:off x="6926043" y="4370141"/>
            <a:ext cx="830580" cy="160020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2A0EB0-416C-2825-882B-F3BB9E0DC77F}"/>
              </a:ext>
            </a:extLst>
          </p:cNvPr>
          <p:cNvSpPr txBox="1"/>
          <p:nvPr/>
        </p:nvSpPr>
        <p:spPr>
          <a:xfrm>
            <a:off x="8445502" y="2689857"/>
            <a:ext cx="1187447" cy="1554844"/>
          </a:xfrm>
          <a:prstGeom prst="rect">
            <a:avLst/>
          </a:prstGeom>
          <a:pattFill prst="dkUp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[</a:t>
            </a:r>
            <a:r>
              <a:rPr lang="ko-KR" altLang="en-US" sz="14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정보 자원</a:t>
            </a:r>
            <a:r>
              <a:rPr lang="en-US" altLang="ko-KR" sz="14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]</a:t>
            </a:r>
          </a:p>
          <a:p>
            <a:pPr>
              <a:lnSpc>
                <a:spcPct val="150000"/>
              </a:lnSpc>
            </a:pP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5725" indent="-8572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KNOW</a:t>
            </a:r>
          </a:p>
          <a:p>
            <a:pPr marL="85725" indent="-8572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NCS ·SQF</a:t>
            </a:r>
          </a:p>
          <a:p>
            <a:pPr marL="85725" indent="-8572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kern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워크넷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등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FDEB4C-40DE-31DB-EC57-10298EE9C977}"/>
              </a:ext>
            </a:extLst>
          </p:cNvPr>
          <p:cNvSpPr txBox="1"/>
          <p:nvPr/>
        </p:nvSpPr>
        <p:spPr>
          <a:xfrm>
            <a:off x="6753228" y="2689857"/>
            <a:ext cx="1187447" cy="1554844"/>
          </a:xfrm>
          <a:prstGeom prst="rect">
            <a:avLst/>
          </a:prstGeom>
          <a:pattFill prst="dk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285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>
            <a:defPPr>
              <a:defRPr lang="en-US"/>
            </a:defPPr>
            <a:lvl1pPr defTabSz="804838">
              <a:lnSpc>
                <a:spcPct val="150000"/>
              </a:lnSpc>
              <a:defRPr sz="1200" spc="-4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ko-KR" altLang="en-US" dirty="0"/>
              <a:t>직업정보 프레임워크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직업정보 구성요소</a:t>
            </a:r>
            <a:endParaRPr lang="en-US" altLang="ko-KR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2CDFAB7-E31C-ACAC-5ECF-6234CD413E7F}"/>
              </a:ext>
            </a:extLst>
          </p:cNvPr>
          <p:cNvCxnSpPr>
            <a:cxnSpLocks/>
            <a:stCxn id="21" idx="3"/>
            <a:endCxn id="17" idx="1"/>
          </p:cNvCxnSpPr>
          <p:nvPr/>
        </p:nvCxnSpPr>
        <p:spPr>
          <a:xfrm>
            <a:off x="6248400" y="3467279"/>
            <a:ext cx="504828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EE79B34-D61A-ECE0-1157-8B2E6915A707}"/>
              </a:ext>
            </a:extLst>
          </p:cNvPr>
          <p:cNvCxnSpPr>
            <a:cxnSpLocks/>
            <a:stCxn id="17" idx="3"/>
            <a:endCxn id="9" idx="1"/>
          </p:cNvCxnSpPr>
          <p:nvPr/>
        </p:nvCxnSpPr>
        <p:spPr>
          <a:xfrm>
            <a:off x="7940675" y="3467279"/>
            <a:ext cx="504827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724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D8AB3-A240-1DAD-36B9-1BD9624B4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C5AEAEA-C58F-73C7-8BAE-F978C0DEF826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latinLnBrk="0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Ⅰ.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개요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8" name="TextBox 1">
            <a:extLst>
              <a:ext uri="{FF2B5EF4-FFF2-40B4-BE49-F238E27FC236}">
                <a16:creationId xmlns:a16="http://schemas.microsoft.com/office/drawing/2014/main" id="{CD670390-D0EE-CAF5-326A-B6351ADEC76D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9" name="TextBox 2">
            <a:extLst>
              <a:ext uri="{FF2B5EF4-FFF2-40B4-BE49-F238E27FC236}">
                <a16:creationId xmlns:a16="http://schemas.microsoft.com/office/drawing/2014/main" id="{568460A7-A6DF-4C73-A3CB-D9643D3880A5}"/>
              </a:ext>
            </a:extLst>
          </p:cNvPr>
          <p:cNvSpPr txBox="1"/>
          <p:nvPr/>
        </p:nvSpPr>
        <p:spPr>
          <a:xfrm>
            <a:off x="978778" y="230485"/>
            <a:ext cx="7377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연구 목적 및 범위</a:t>
            </a:r>
          </a:p>
        </p:txBody>
      </p:sp>
      <p:sp>
        <p:nvSpPr>
          <p:cNvPr id="3" name="텍스트 개체 틀 1">
            <a:extLst>
              <a:ext uri="{FF2B5EF4-FFF2-40B4-BE49-F238E27FC236}">
                <a16:creationId xmlns:a16="http://schemas.microsoft.com/office/drawing/2014/main" id="{EA813B51-D7D3-BC61-B3C6-7910FA0D555D}"/>
              </a:ext>
            </a:extLst>
          </p:cNvPr>
          <p:cNvSpPr txBox="1">
            <a:spLocks/>
          </p:cNvSpPr>
          <p:nvPr/>
        </p:nvSpPr>
        <p:spPr>
          <a:xfrm>
            <a:off x="243781" y="873124"/>
            <a:ext cx="9422507" cy="57626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국내</a:t>
            </a:r>
            <a:r>
              <a:rPr lang="en-US" altLang="ko-KR" dirty="0"/>
              <a:t>·</a:t>
            </a:r>
            <a:r>
              <a:rPr lang="ko-KR" altLang="en-US" dirty="0"/>
              <a:t>외 직업정보 분석을 토대로 </a:t>
            </a:r>
            <a:r>
              <a:rPr lang="en-US" altLang="ko-KR" dirty="0"/>
              <a:t>KSCO </a:t>
            </a:r>
            <a:r>
              <a:rPr lang="ko-KR" altLang="en-US" dirty="0"/>
              <a:t>기반 한국형 직업정보 프레임워크를 설계하고</a:t>
            </a:r>
            <a:r>
              <a:rPr lang="en-US" altLang="ko-KR" dirty="0"/>
              <a:t>, </a:t>
            </a:r>
            <a:r>
              <a:rPr lang="ko-KR" altLang="en-US" dirty="0"/>
              <a:t>시범 적용</a:t>
            </a:r>
            <a:r>
              <a:rPr lang="en-US" altLang="ko-KR" dirty="0"/>
              <a:t>·</a:t>
            </a:r>
            <a:r>
              <a:rPr lang="ko-KR" altLang="en-US" dirty="0"/>
              <a:t>검증을 통해 직업분류 고도화의 정량적 분석 기반을 마련하고자 함</a:t>
            </a:r>
            <a:r>
              <a:rPr lang="en-US" altLang="ko-KR" dirty="0"/>
              <a:t>.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AA7BCB6-F876-06AE-6CCB-3BF348CDE77F}"/>
              </a:ext>
            </a:extLst>
          </p:cNvPr>
          <p:cNvSpPr/>
          <p:nvPr/>
        </p:nvSpPr>
        <p:spPr>
          <a:xfrm>
            <a:off x="236537" y="1714500"/>
            <a:ext cx="959286" cy="955788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연구 목적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B83408D-18B7-68A6-34D7-D30B4B5167DF}"/>
              </a:ext>
            </a:extLst>
          </p:cNvPr>
          <p:cNvSpPr/>
          <p:nvPr/>
        </p:nvSpPr>
        <p:spPr>
          <a:xfrm>
            <a:off x="1328145" y="1714501"/>
            <a:ext cx="8304803" cy="955788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rgbClr val="212E55"/>
            </a:solidFill>
            <a:round/>
            <a:headEnd/>
            <a:tailEnd/>
          </a:ln>
          <a:effectLst/>
        </p:spPr>
        <p:txBody>
          <a:bodyPr lIns="72000" tIns="72000" rIns="72000" bIns="72000" anchor="ctr"/>
          <a:lstStyle/>
          <a:p>
            <a:pPr algn="ctr">
              <a:lnSpc>
                <a:spcPct val="110000"/>
              </a:lnSpc>
              <a:buSzPct val="80000"/>
            </a:pPr>
            <a:r>
              <a:rPr lang="ko-KR" altLang="en-US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한국표준직업분류</a:t>
            </a:r>
            <a:r>
              <a:rPr lang="en-US" altLang="ko-KR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(KSCO) </a:t>
            </a:r>
            <a:r>
              <a:rPr lang="ko-KR" altLang="en-US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기반의 직업정보 </a:t>
            </a:r>
            <a:r>
              <a:rPr lang="en-US" altLang="ko-KR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DB</a:t>
            </a:r>
            <a:r>
              <a:rPr lang="ko-KR" altLang="en-US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를 체계적으로 정비하고</a:t>
            </a:r>
            <a:r>
              <a:rPr lang="en-US" altLang="ko-KR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, </a:t>
            </a:r>
          </a:p>
          <a:p>
            <a:pPr algn="ctr">
              <a:lnSpc>
                <a:spcPct val="110000"/>
              </a:lnSpc>
              <a:buSzPct val="80000"/>
            </a:pPr>
            <a:r>
              <a:rPr lang="ko-KR" altLang="en-US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 간 비교</a:t>
            </a:r>
            <a:r>
              <a:rPr lang="en-US" altLang="ko-KR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분석 및 정책적 활용이 가능한 직업정보 프레임워크를 구축하는 것임</a:t>
            </a:r>
            <a:r>
              <a:rPr lang="en-US" altLang="ko-KR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3C5B8B1-4BCD-A125-1D9E-6AA50D93A33E}"/>
              </a:ext>
            </a:extLst>
          </p:cNvPr>
          <p:cNvSpPr/>
          <p:nvPr/>
        </p:nvSpPr>
        <p:spPr>
          <a:xfrm>
            <a:off x="236537" y="2830705"/>
            <a:ext cx="959286" cy="3622484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연구 범위 및 방법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7E0B5BE-CB81-F4B1-538B-98929E061F85}"/>
              </a:ext>
            </a:extLst>
          </p:cNvPr>
          <p:cNvSpPr/>
          <p:nvPr/>
        </p:nvSpPr>
        <p:spPr>
          <a:xfrm>
            <a:off x="1328138" y="2830704"/>
            <a:ext cx="2571813" cy="336571"/>
          </a:xfrm>
          <a:prstGeom prst="rect">
            <a:avLst/>
          </a:prstGeom>
          <a:solidFill>
            <a:srgbClr val="0059C4"/>
          </a:solidFill>
          <a:ln w="25400" cap="flat" cmpd="sng" algn="ctr">
            <a:noFill/>
            <a:prstDash val="solid"/>
          </a:ln>
          <a:effectLst/>
        </p:spPr>
        <p:txBody>
          <a:bodyPr lIns="36000" tIns="36000" rIns="36000" bIns="36000" rtlCol="0" anchor="ctr"/>
          <a:lstStyle/>
          <a:p>
            <a:pPr defTabSz="914400"/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1. 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국내</a:t>
            </a:r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외</a:t>
            </a:r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직업정보 분석</a:t>
            </a:r>
            <a:endParaRPr lang="en-US" altLang="ko-KR" sz="1200" kern="0" spc="-50" dirty="0">
              <a:solidFill>
                <a:prstClr val="white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AD7EA6F4-D38B-4C24-5C1C-232A922C2972}"/>
              </a:ext>
            </a:extLst>
          </p:cNvPr>
          <p:cNvSpPr/>
          <p:nvPr/>
        </p:nvSpPr>
        <p:spPr>
          <a:xfrm>
            <a:off x="7070302" y="2830704"/>
            <a:ext cx="2571813" cy="336571"/>
          </a:xfrm>
          <a:prstGeom prst="rect">
            <a:avLst/>
          </a:prstGeom>
          <a:solidFill>
            <a:srgbClr val="0059C4"/>
          </a:solidFill>
          <a:ln w="25400" cap="flat" cmpd="sng" algn="ctr">
            <a:noFill/>
            <a:prstDash val="solid"/>
          </a:ln>
          <a:effectLst/>
        </p:spPr>
        <p:txBody>
          <a:bodyPr lIns="36000" tIns="36000" rIns="36000" bIns="36000" rtlCol="0" anchor="ctr"/>
          <a:lstStyle/>
          <a:p>
            <a:pPr defTabSz="914400"/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3. 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직업정보 프레임워크 검증</a:t>
            </a:r>
            <a:endParaRPr lang="en-US" altLang="ko-KR" sz="1200" kern="0" spc="-50" dirty="0">
              <a:solidFill>
                <a:prstClr val="white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5" name="AutoShape 22">
            <a:extLst>
              <a:ext uri="{FF2B5EF4-FFF2-40B4-BE49-F238E27FC236}">
                <a16:creationId xmlns:a16="http://schemas.microsoft.com/office/drawing/2014/main" id="{FFEC9CAC-EF31-1916-7902-2DCF6CCA2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138" y="3285942"/>
            <a:ext cx="2571812" cy="316724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rgbClr val="212E55"/>
            </a:solidFill>
            <a:round/>
            <a:headEnd/>
            <a:tailEnd/>
          </a:ln>
          <a:effectLst/>
        </p:spPr>
        <p:txBody>
          <a:bodyPr lIns="54000" tIns="54000" rIns="54000" bIns="5400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해외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직업정보 사례 분석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</a:t>
            </a:r>
            <a:r>
              <a:rPr lang="ko-KR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ko-KR" sz="11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O</a:t>
            </a:r>
            <a:r>
              <a:rPr lang="ko-KR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*NET (미국), ESCO (EU), NOC (캐나다), ISCO-08·28 (ILO)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구조 및 현황 분석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endParaRPr lang="ko-KR" altLang="ko-KR" sz="5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국내 자원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직업정보 분석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(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분류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  <a:r>
              <a:rPr lang="ko-KR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KSCO·KECO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(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정보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  <a:r>
              <a:rPr lang="ko-KR" altLang="ko-KR" sz="11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KNOW·NCS·KQF·워크넷</a:t>
            </a:r>
            <a:r>
              <a:rPr lang="ko-KR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등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5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공통 구성요소 도출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업무활동 기술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(Description)</a:t>
            </a: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 요구 </a:t>
            </a:r>
            <a:r>
              <a:rPr lang="ko-KR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요건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정보</a:t>
            </a:r>
            <a:r>
              <a:rPr lang="ko-KR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ko-KR" sz="11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지식·기술·능력·도구</a:t>
            </a:r>
            <a:r>
              <a:rPr lang="ko-KR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</a:t>
            </a:r>
            <a:r>
              <a:rPr lang="ko-KR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맥락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정보</a:t>
            </a:r>
            <a:r>
              <a:rPr lang="ko-KR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ko-KR" sz="11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물리·사회·경제</a:t>
            </a:r>
            <a:r>
              <a:rPr lang="ko-KR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등</a:t>
            </a:r>
            <a:endParaRPr lang="ko-KR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5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본 연구 활용 가능 요소 선별 (모든 차원이 아닌 분류 개정에 필요한 것)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을 통한 </a:t>
            </a: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합목적적 시사점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도출</a:t>
            </a:r>
            <a:endParaRPr lang="ko-KR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0" name="AutoShape 22">
            <a:extLst>
              <a:ext uri="{FF2B5EF4-FFF2-40B4-BE49-F238E27FC236}">
                <a16:creationId xmlns:a16="http://schemas.microsoft.com/office/drawing/2014/main" id="{127014DB-EB16-DC74-06D1-BC8FC8422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0303" y="3285941"/>
            <a:ext cx="2571812" cy="316724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rgbClr val="212E55"/>
            </a:solidFill>
            <a:round/>
            <a:headEnd/>
            <a:tailEnd/>
          </a:ln>
          <a:effectLst/>
        </p:spPr>
        <p:txBody>
          <a:bodyPr lIns="54000" tIns="54000" rIns="54000" bIns="5400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시범 대상 직업 선정 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 특성이 상이한 중분류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2~3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 선정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지식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기술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대인서비스 균형 등 고려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</a:p>
          <a:p>
            <a:endParaRPr lang="en-US" altLang="ko-KR" sz="5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GWA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전문가 평정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직업별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</a:p>
          <a:p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-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직업별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GWA 10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 내외 선정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O*NET BARS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행동 앵커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활용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Level (0~7) ·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중요도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(1~5)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평정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endParaRPr lang="en-US" altLang="ko-KR" sz="5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1 :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 간 유사도 분석 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GWA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점수 기반 유사도 및 군집 분석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5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2  :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분류체계 검증 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KSCO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내부 동질성 검토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직능수준 개편 필요성 도출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endParaRPr lang="en-US" altLang="ko-KR" sz="5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분류체계 검증 결과 및 개편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안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도출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프레임워크 최종 보완 및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확정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endParaRPr lang="ko-KR" altLang="en-US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2E42912-869D-3CD4-7F0B-A2310D090F62}"/>
              </a:ext>
            </a:extLst>
          </p:cNvPr>
          <p:cNvSpPr/>
          <p:nvPr/>
        </p:nvSpPr>
        <p:spPr>
          <a:xfrm>
            <a:off x="4199221" y="3285941"/>
            <a:ext cx="2571813" cy="37782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36000" tIns="36000" rIns="36000" bIns="36000" rtlCol="0" anchor="ctr"/>
          <a:lstStyle/>
          <a:p>
            <a:pPr defTabSz="914400"/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2-1. 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직업정보 구성체계 설계</a:t>
            </a:r>
            <a:endParaRPr lang="en-US" altLang="ko-KR" sz="1200" kern="0" spc="-50" dirty="0">
              <a:solidFill>
                <a:prstClr val="white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7" name="AutoShape 22">
            <a:extLst>
              <a:ext uri="{FF2B5EF4-FFF2-40B4-BE49-F238E27FC236}">
                <a16:creationId xmlns:a16="http://schemas.microsoft.com/office/drawing/2014/main" id="{7F3602B3-79D5-F52D-DAD4-1D2FE5123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9221" y="3663769"/>
            <a:ext cx="2571812" cy="8735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rgbClr val="212E55"/>
            </a:solidFill>
            <a:round/>
            <a:headEnd/>
            <a:tailEnd/>
          </a:ln>
          <a:effectLst/>
        </p:spPr>
        <p:txBody>
          <a:bodyPr lIns="54000" tIns="54000" rIns="54000" bIns="5400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직업정보 구성요소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(Domain)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설계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업무활동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요구요건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맥락정보 등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직업정보 업무활동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(Activity)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계층 구조 및 분석 방법 설계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5A144EBF-5FD8-4CF2-FAE1-39B8465052BD}"/>
              </a:ext>
            </a:extLst>
          </p:cNvPr>
          <p:cNvSpPr/>
          <p:nvPr/>
        </p:nvSpPr>
        <p:spPr>
          <a:xfrm>
            <a:off x="4199221" y="4626495"/>
            <a:ext cx="2571813" cy="37782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36000" tIns="36000" rIns="36000" bIns="36000" rtlCol="0" anchor="ctr"/>
          <a:lstStyle/>
          <a:p>
            <a:pPr defTabSz="914400"/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2-2. 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직무활동</a:t>
            </a:r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(Activity) 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정보 도출</a:t>
            </a:r>
            <a:endParaRPr lang="en-US" altLang="ko-KR" sz="1200" kern="0" spc="-50" dirty="0">
              <a:solidFill>
                <a:prstClr val="white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01" name="AutoShape 22">
            <a:extLst>
              <a:ext uri="{FF2B5EF4-FFF2-40B4-BE49-F238E27FC236}">
                <a16:creationId xmlns:a16="http://schemas.microsoft.com/office/drawing/2014/main" id="{C9E56E8C-605D-CD44-B4D6-972AD06EF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9221" y="5002338"/>
            <a:ext cx="2571812" cy="14508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rgbClr val="212E55"/>
            </a:solidFill>
            <a:round/>
            <a:headEnd/>
            <a:tailEnd/>
          </a:ln>
          <a:effectLst/>
        </p:spPr>
        <p:txBody>
          <a:bodyPr lIns="54000" tIns="54000" rIns="54000" bIns="5400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직무기술 정의서 표준 양식 설계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직업정보 구성체계 적용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NLP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자연어처리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텍스트 분석으로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업무</a:t>
            </a: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활동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도출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및 </a:t>
            </a:r>
            <a:r>
              <a:rPr lang="ko-KR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표준화 </a:t>
            </a: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-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KSCO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기반 직업별 업무활동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(Task → DWA → IWA → GWA)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도출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2" name="이등변 삼각형 101">
            <a:extLst>
              <a:ext uri="{FF2B5EF4-FFF2-40B4-BE49-F238E27FC236}">
                <a16:creationId xmlns:a16="http://schemas.microsoft.com/office/drawing/2014/main" id="{7BD05EF8-5EC1-E45F-0B6B-F4FB9D31416C}"/>
              </a:ext>
            </a:extLst>
          </p:cNvPr>
          <p:cNvSpPr/>
          <p:nvPr/>
        </p:nvSpPr>
        <p:spPr>
          <a:xfrm rot="5400000">
            <a:off x="6752377" y="2916755"/>
            <a:ext cx="336575" cy="160020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74AA8CAB-587F-E6D3-973D-FC8F05D99564}"/>
              </a:ext>
            </a:extLst>
          </p:cNvPr>
          <p:cNvSpPr/>
          <p:nvPr/>
        </p:nvSpPr>
        <p:spPr>
          <a:xfrm rot="5400000">
            <a:off x="3884765" y="2916756"/>
            <a:ext cx="336574" cy="160020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4F3818-E766-121F-5BA1-3E0D469506F3}"/>
              </a:ext>
            </a:extLst>
          </p:cNvPr>
          <p:cNvSpPr/>
          <p:nvPr/>
        </p:nvSpPr>
        <p:spPr>
          <a:xfrm>
            <a:off x="4199220" y="2830704"/>
            <a:ext cx="2571813" cy="336571"/>
          </a:xfrm>
          <a:prstGeom prst="rect">
            <a:avLst/>
          </a:prstGeom>
          <a:solidFill>
            <a:srgbClr val="0059C4"/>
          </a:solidFill>
          <a:ln w="25400" cap="flat" cmpd="sng" algn="ctr">
            <a:noFill/>
            <a:prstDash val="solid"/>
          </a:ln>
          <a:effectLst/>
        </p:spPr>
        <p:txBody>
          <a:bodyPr lIns="36000" tIns="36000" rIns="36000" bIns="36000" rtlCol="0" anchor="ctr"/>
          <a:lstStyle/>
          <a:p>
            <a:pPr defTabSz="914400"/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2. 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직업정보 프레임워크 설계</a:t>
            </a:r>
            <a:endParaRPr lang="en-US" altLang="ko-KR" sz="1200" kern="0" spc="-50" dirty="0">
              <a:solidFill>
                <a:prstClr val="white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838DA10-9FF2-2AC9-13D9-6C219B90C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390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F945F-A3DD-023B-4A22-A5CD62287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4AF98A2B-D274-573C-2917-97EE1EEC8C74}"/>
              </a:ext>
            </a:extLst>
          </p:cNvPr>
          <p:cNvSpPr txBox="1"/>
          <p:nvPr/>
        </p:nvSpPr>
        <p:spPr>
          <a:xfrm>
            <a:off x="236538" y="230486"/>
            <a:ext cx="74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rgbClr val="004193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8C0A4F5-4CE1-B757-5863-E9368588F7EE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4193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추진 일정 계획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84916F9-535E-0282-7F54-B8535FD331BF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latinLnBrk="0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Ⅲ.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관리 방안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246">
            <a:extLst>
              <a:ext uri="{FF2B5EF4-FFF2-40B4-BE49-F238E27FC236}">
                <a16:creationId xmlns:a16="http://schemas.microsoft.com/office/drawing/2014/main" id="{257F185C-85C0-15CB-24FC-95ABCE577BCD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spc="-1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추진일정관리</a:t>
            </a:r>
            <a:endParaRPr lang="en-US" altLang="ko-KR" sz="1600" spc="-15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2259C6A-A2BA-7546-027C-BD3EABA62B75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1904290-1CD2-142C-D0BE-117BFDAD1684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R="0" lvl="0" indent="0" defTabSz="914400" fontAlgn="auto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700" b="0" i="0" u="none" strike="noStrike" cap="none" spc="-50" normalizeH="0" baseline="0">
                <a:ln>
                  <a:solidFill>
                    <a:srgbClr val="15608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계약체결일로부터 </a:t>
            </a:r>
            <a:r>
              <a:rPr lang="en-US" altLang="ko-KR" dirty="0"/>
              <a:t>8</a:t>
            </a:r>
            <a:r>
              <a:rPr lang="ko-KR" altLang="en-US" dirty="0"/>
              <a:t>개월간 </a:t>
            </a:r>
            <a:r>
              <a:rPr lang="en-US" altLang="ko-KR" dirty="0"/>
              <a:t>4</a:t>
            </a:r>
            <a:r>
              <a:rPr lang="ko-KR" altLang="en-US" dirty="0"/>
              <a:t>대 영역을 단계적</a:t>
            </a:r>
            <a:r>
              <a:rPr lang="en-US" altLang="ko-KR" dirty="0"/>
              <a:t>·</a:t>
            </a:r>
            <a:r>
              <a:rPr lang="ko-KR" altLang="en-US" dirty="0"/>
              <a:t>병행적으로 추진하며</a:t>
            </a:r>
            <a:r>
              <a:rPr lang="en-US" altLang="ko-KR" dirty="0"/>
              <a:t>, </a:t>
            </a:r>
            <a:r>
              <a:rPr lang="ko-KR" altLang="en-US" dirty="0"/>
              <a:t>착수</a:t>
            </a:r>
            <a:r>
              <a:rPr lang="en-US" altLang="ko-KR" dirty="0"/>
              <a:t>/</a:t>
            </a:r>
            <a:r>
              <a:rPr lang="ko-KR" altLang="en-US" dirty="0"/>
              <a:t>중간</a:t>
            </a:r>
            <a:r>
              <a:rPr lang="en-US" altLang="ko-KR" dirty="0"/>
              <a:t>/</a:t>
            </a:r>
            <a:r>
              <a:rPr lang="ko-KR" altLang="en-US" dirty="0"/>
              <a:t>최종 보고회 및 수시 보고체계를 통해 발주기관과 긴밀히 소통하여 연구 결과를 도출할 계획임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42CA8D-D680-1FC3-3E77-828F6745E0F7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56EC5AE3-39E0-7332-EF1C-178BB5665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195371"/>
              </p:ext>
            </p:extLst>
          </p:nvPr>
        </p:nvGraphicFramePr>
        <p:xfrm>
          <a:off x="236547" y="2076450"/>
          <a:ext cx="9396407" cy="4426442"/>
        </p:xfrm>
        <a:graphic>
          <a:graphicData uri="http://schemas.openxmlformats.org/drawingml/2006/table">
            <a:tbl>
              <a:tblPr/>
              <a:tblGrid>
                <a:gridCol w="1173153">
                  <a:extLst>
                    <a:ext uri="{9D8B030D-6E8A-4147-A177-3AD203B41FA5}">
                      <a16:colId xmlns:a16="http://schemas.microsoft.com/office/drawing/2014/main" val="3040323677"/>
                    </a:ext>
                  </a:extLst>
                </a:gridCol>
                <a:gridCol w="3193686">
                  <a:extLst>
                    <a:ext uri="{9D8B030D-6E8A-4147-A177-3AD203B41FA5}">
                      <a16:colId xmlns:a16="http://schemas.microsoft.com/office/drawing/2014/main" val="4123765174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2031622316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2302005798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829139886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344052004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3880119446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3221824391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555419805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351249854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956116152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479505384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376104911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444942135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991967613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839596438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2143341446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440506392"/>
                    </a:ext>
                  </a:extLst>
                </a:gridCol>
              </a:tblGrid>
              <a:tr h="284789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단계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연구 내용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1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추진일정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696950"/>
                  </a:ext>
                </a:extLst>
              </a:tr>
              <a:tr h="2847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M+1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M+2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M+3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M+4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M+5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M+6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M+7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M+8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182563"/>
                  </a:ext>
                </a:extLst>
              </a:tr>
              <a:tr h="26667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4432300" algn="r"/>
                        </a:tabLst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착수보고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772131"/>
                  </a:ext>
                </a:extLst>
              </a:tr>
              <a:tr h="219429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1.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국내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외 직업정보 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국내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외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사례 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139073"/>
                  </a:ext>
                </a:extLst>
              </a:tr>
              <a:tr h="219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국내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외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분석을 통한 적용방안 마련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298998"/>
                  </a:ext>
                </a:extLst>
              </a:tr>
              <a:tr h="219429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2.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프레임워크 설계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구성체계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구성요소 등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설계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189733"/>
                  </a:ext>
                </a:extLst>
              </a:tr>
              <a:tr h="219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  <a:defRPr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자연어처리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(NLP)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기반 직무활동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정보 도출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065611"/>
                  </a:ext>
                </a:extLst>
              </a:tr>
              <a:tr h="219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표준화 직무요소 도출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29193"/>
                  </a:ext>
                </a:extLst>
              </a:tr>
              <a:tr h="219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직무기술 정의서 표준 양식 개발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293357"/>
                  </a:ext>
                </a:extLst>
              </a:tr>
              <a:tr h="26667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중간보고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17862"/>
                  </a:ext>
                </a:extLst>
              </a:tr>
              <a:tr h="266679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프레임워크 검증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시범 대상 직업 선정 및 시뮬레이션 준비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595174"/>
                  </a:ext>
                </a:extLst>
              </a:tr>
              <a:tr h="2794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중분류 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 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~ 3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직업별 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GWA 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항목 및 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BARS 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척도 선정</a:t>
                      </a:r>
                      <a:endParaRPr kumimoji="0" lang="ko-KR" altLang="en-US" sz="1000" b="0" i="0" u="none" strike="noStrike" kern="0" cap="none" spc="-2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89993"/>
                  </a:ext>
                </a:extLst>
              </a:tr>
              <a:tr h="219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85725" indent="-85725" algn="l" latinLnBrk="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전문가 평정을 통한 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Activity Matrix 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도출</a:t>
                      </a:r>
                      <a:endParaRPr kumimoji="0" lang="ko-KR" altLang="en-US" sz="1000" b="0" i="0" u="none" strike="noStrike" kern="0" cap="none" spc="-2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579466"/>
                  </a:ext>
                </a:extLst>
              </a:tr>
              <a:tr h="219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간 유사도 분석 및 분류체계 검증 등 직업정보 데이터 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113157"/>
                  </a:ext>
                </a:extLst>
              </a:tr>
              <a:tr h="219429"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4.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직업분류 고도화 활용 방안 마련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latinLnBrk="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0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직업분류 고도화를 위한 활용 방안 마련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478998"/>
                  </a:ext>
                </a:extLst>
              </a:tr>
              <a:tr h="219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0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프레임워크 수정</a:t>
                      </a:r>
                      <a:r>
                        <a:rPr kumimoji="0" lang="en-US" altLang="ko-KR" sz="1000" b="0" i="0" u="none" strike="noStrike" kern="0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00" b="0" i="0" u="none" strike="noStrike" kern="0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보완</a:t>
                      </a:r>
                      <a:r>
                        <a:rPr kumimoji="0" lang="en-US" altLang="ko-KR" sz="1000" b="0" i="0" u="none" strike="noStrike" kern="0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0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및 확정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44648"/>
                  </a:ext>
                </a:extLst>
              </a:tr>
              <a:tr h="26667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최종보고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68232"/>
                  </a:ext>
                </a:extLst>
              </a:tr>
              <a:tr h="2666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연구 보고서 작성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연구 보고서 작성 등 연구 마무리</a:t>
                      </a:r>
                      <a:endParaRPr lang="ko-KR" altLang="en-US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915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180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8E50F-AF7C-C8F1-162F-6928BE078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E9D6BA16-AB75-50E2-79F2-83A6AA642C0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538" y="45376"/>
            <a:ext cx="4938377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048F405-2703-88D8-38D2-EC0C2618A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57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75456BC-5E0F-EBDF-29E2-618C50267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7" y="30095"/>
            <a:ext cx="990575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9AE80AD-6248-17FF-B9F1-D56D319EE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7" y="-11219"/>
            <a:ext cx="4588167" cy="6483075"/>
            <a:chOff x="-19221" y="0"/>
            <a:chExt cx="5646974" cy="648307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1F20031-CB2E-5F7A-A55B-029726E2A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2BE1E5F-3ECB-3D98-3DE6-550FA8C695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C8BF4E6-2B24-3190-6E6E-F8F36C319E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B0F2FF9-0C3B-7FB7-3C38-5E24828FA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E38A84D-6001-3D82-9C8A-412D5DAF0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" name="Picture 3">
            <a:extLst>
              <a:ext uri="{FF2B5EF4-FFF2-40B4-BE49-F238E27FC236}">
                <a16:creationId xmlns:a16="http://schemas.microsoft.com/office/drawing/2014/main" id="{FFC89A30-D16B-C13F-C579-C6DADFE4D50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282"/>
            <a:ext cx="6126481" cy="685800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</p:pic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C42C26F6-2E3D-6CFE-993F-DC7AA43C0BFB}"/>
              </a:ext>
            </a:extLst>
          </p:cNvPr>
          <p:cNvSpPr txBox="1">
            <a:spLocks/>
          </p:cNvSpPr>
          <p:nvPr/>
        </p:nvSpPr>
        <p:spPr>
          <a:xfrm>
            <a:off x="796" y="2009014"/>
            <a:ext cx="6003764" cy="1066962"/>
          </a:xfrm>
          <a:prstGeom prst="rect">
            <a:avLst/>
          </a:prstGeom>
        </p:spPr>
        <p:txBody>
          <a:bodyPr vert="horz" wrap="square" lIns="360000" tIns="72001" rIns="252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lang="en-US" sz="2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400" indent="-2304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&gt;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82400" indent="-23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–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698400" indent="-201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-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698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1700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25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Ⅱ. </a:t>
            </a:r>
            <a:r>
              <a:rPr lang="ko-KR" altLang="en-US" sz="25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연구 추진 계획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52F01F62-2330-7B9F-999E-081C6808FAD7}"/>
              </a:ext>
            </a:extLst>
          </p:cNvPr>
          <p:cNvSpPr txBox="1">
            <a:spLocks/>
          </p:cNvSpPr>
          <p:nvPr/>
        </p:nvSpPr>
        <p:spPr>
          <a:xfrm>
            <a:off x="236539" y="2528265"/>
            <a:ext cx="5817400" cy="3924923"/>
          </a:xfrm>
          <a:prstGeom prst="rect">
            <a:avLst/>
          </a:prstGeom>
        </p:spPr>
        <p:txBody>
          <a:bodyPr vert="horz" wrap="square" lIns="360000" tIns="72001" rIns="252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lang="en-US" sz="2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400" indent="-2304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&gt;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82400" indent="-23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–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698400" indent="-201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-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698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1700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40000"/>
              </a:lnSpc>
              <a:spcBef>
                <a:spcPts val="400"/>
              </a:spcBef>
              <a:buClr>
                <a:schemeClr val="tx1">
                  <a:lumMod val="85000"/>
                  <a:lumOff val="15000"/>
                </a:schemeClr>
              </a:buClr>
              <a:buFont typeface="Arial Narrow" pitchFamily="34" charset="0"/>
              <a:buAutoNum type="arabicPeriod"/>
              <a:defRPr/>
            </a:pPr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국내</a:t>
            </a: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·</a:t>
            </a:r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외</a:t>
            </a: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 </a:t>
            </a:r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직업정보 분석</a:t>
            </a:r>
            <a:endParaRPr lang="en-US" altLang="ko-KR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6 SemiBold" pitchFamily="2" charset="-127"/>
              <a:ea typeface="페이퍼로지 6 SemiBold" pitchFamily="2" charset="-127"/>
              <a:cs typeface="Arial"/>
            </a:endParaRPr>
          </a:p>
          <a:p>
            <a:pPr marL="342900" lvl="1" indent="-342900">
              <a:lnSpc>
                <a:spcPct val="140000"/>
              </a:lnSpc>
              <a:spcBef>
                <a:spcPts val="400"/>
              </a:spcBef>
              <a:buClr>
                <a:schemeClr val="tx1">
                  <a:lumMod val="85000"/>
                  <a:lumOff val="15000"/>
                </a:schemeClr>
              </a:buClr>
              <a:buFont typeface="Arial Narrow" pitchFamily="34" charset="0"/>
              <a:buAutoNum type="arabicPeriod"/>
              <a:defRPr/>
            </a:pPr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직업정보 프레임워크 설계</a:t>
            </a:r>
            <a:endParaRPr lang="en-US" altLang="ko-KR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6 SemiBold" pitchFamily="2" charset="-127"/>
              <a:ea typeface="페이퍼로지 6 SemiBold" pitchFamily="2" charset="-127"/>
              <a:cs typeface="Arial"/>
            </a:endParaRPr>
          </a:p>
          <a:p>
            <a:pPr marL="342900" lvl="1" indent="-342900">
              <a:lnSpc>
                <a:spcPct val="140000"/>
              </a:lnSpc>
              <a:spcBef>
                <a:spcPts val="400"/>
              </a:spcBef>
              <a:buClr>
                <a:schemeClr val="tx1">
                  <a:lumMod val="85000"/>
                  <a:lumOff val="15000"/>
                </a:schemeClr>
              </a:buClr>
              <a:buFont typeface="Arial Narrow" pitchFamily="34" charset="0"/>
              <a:buAutoNum type="arabicPeriod"/>
              <a:defRPr/>
            </a:pPr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직업정보 프레임워크 검증</a:t>
            </a:r>
            <a:endParaRPr lang="en-US" altLang="ko-KR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6 SemiBold" pitchFamily="2" charset="-127"/>
              <a:ea typeface="페이퍼로지 6 SemiBold" pitchFamily="2" charset="-127"/>
              <a:cs typeface="Arial"/>
            </a:endParaRPr>
          </a:p>
          <a:p>
            <a:pPr marL="342900" lvl="1" indent="-342900">
              <a:lnSpc>
                <a:spcPct val="140000"/>
              </a:lnSpc>
              <a:spcBef>
                <a:spcPts val="400"/>
              </a:spcBef>
              <a:buClr>
                <a:schemeClr val="tx1">
                  <a:lumMod val="85000"/>
                  <a:lumOff val="15000"/>
                </a:schemeClr>
              </a:buClr>
              <a:buFont typeface="Arial Narrow" pitchFamily="34" charset="0"/>
              <a:buAutoNum type="arabicPeriod"/>
              <a:defRPr/>
            </a:pPr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직업분류 고도화 활용 방안</a:t>
            </a:r>
            <a:endParaRPr lang="en-US" altLang="ko-KR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6 SemiBold" pitchFamily="2" charset="-127"/>
              <a:ea typeface="페이퍼로지 6 SemiBold" pitchFamily="2" charset="-12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5352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F4F2A-A946-6FF9-674D-4D0263F58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1C66D89-326C-BAD0-8211-A44A2876A891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00454-0B15-C545-E557-71031A86F916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00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498F3FF-FF54-7A35-2218-90144BD551B3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A8D298A-3F1C-A523-811E-306A68A64E26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3153706-386A-6231-7CA1-7507C3D43692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D3045E2-DC6C-03B9-03A4-C90262388CC9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FD32C84-A2AE-6968-099A-35A92E803F41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56E1459-F617-2912-AC74-B97A7B00608E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8BFEAA0-146D-BD78-F705-4D54049E1B35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4D89082-EB1E-6D40-AA76-B3B1A91CABE8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948C0-728B-8B41-EA80-CA5C2E69AFAF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프레임워크 개념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139EC92-A78B-1969-1DF3-4CD0589905BA}"/>
              </a:ext>
            </a:extLst>
          </p:cNvPr>
          <p:cNvSpPr txBox="1">
            <a:spLocks/>
          </p:cNvSpPr>
          <p:nvPr/>
        </p:nvSpPr>
        <p:spPr>
          <a:xfrm>
            <a:off x="243782" y="883334"/>
            <a:ext cx="9389168" cy="56605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직업정보 프레임워크의 개념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구성요소와 직업분류 고도화를 위한 활용방안은 다음과 같음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extBox 246">
            <a:extLst>
              <a:ext uri="{FF2B5EF4-FFF2-40B4-BE49-F238E27FC236}">
                <a16:creationId xmlns:a16="http://schemas.microsoft.com/office/drawing/2014/main" id="{2B618B47-AF90-1748-42F6-8F74E8640805}"/>
              </a:ext>
            </a:extLst>
          </p:cNvPr>
          <p:cNvSpPr txBox="1"/>
          <p:nvPr/>
        </p:nvSpPr>
        <p:spPr>
          <a:xfrm>
            <a:off x="261815" y="1652713"/>
            <a:ext cx="7403903" cy="350838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직업정보 프레임워크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(Occupational Information Framework)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개념 및 활용 방안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716AFDE-7633-403F-70E4-B9026A21D962}"/>
              </a:ext>
            </a:extLst>
          </p:cNvPr>
          <p:cNvCxnSpPr>
            <a:cxnSpLocks/>
          </p:cNvCxnSpPr>
          <p:nvPr/>
        </p:nvCxnSpPr>
        <p:spPr>
          <a:xfrm>
            <a:off x="261816" y="1627313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A35149F-2B45-97E8-B1BF-EB63662B00C9}"/>
              </a:ext>
            </a:extLst>
          </p:cNvPr>
          <p:cNvSpPr txBox="1"/>
          <p:nvPr/>
        </p:nvSpPr>
        <p:spPr>
          <a:xfrm>
            <a:off x="1318260" y="3779809"/>
            <a:ext cx="2590287" cy="79922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92075" indent="-92075" algn="l">
              <a:buFont typeface="Arial" panose="020B0604020202020204" pitchFamily="34" charset="0"/>
              <a:buChar char="•"/>
            </a:pP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업무 활동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(Work activities)</a:t>
            </a:r>
          </a:p>
          <a:p>
            <a:pPr marL="92075" indent="-92075" algn="l">
              <a:buFont typeface="Arial" panose="020B0604020202020204" pitchFamily="34" charset="0"/>
              <a:buChar char="•"/>
            </a:pP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직무 과업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(Task)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937947-6D7C-2B1E-E19E-3411996189C6}"/>
              </a:ext>
            </a:extLst>
          </p:cNvPr>
          <p:cNvSpPr txBox="1"/>
          <p:nvPr/>
        </p:nvSpPr>
        <p:spPr>
          <a:xfrm>
            <a:off x="4180456" y="3779809"/>
            <a:ext cx="2590287" cy="79922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92075" indent="-92075" defTabSz="804838">
              <a:lnSpc>
                <a:spcPct val="150000"/>
              </a:lnSpc>
              <a:buFont typeface="Arial" panose="020B0604020202020204" pitchFamily="34" charset="0"/>
              <a:buChar char="•"/>
              <a:defRPr sz="1200" spc="-4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dirty="0"/>
              <a:t>요구 지식</a:t>
            </a:r>
            <a:r>
              <a:rPr lang="en-US" altLang="ko-KR" dirty="0"/>
              <a:t>(Knowledge)</a:t>
            </a:r>
          </a:p>
          <a:p>
            <a:pPr>
              <a:lnSpc>
                <a:spcPct val="100000"/>
              </a:lnSpc>
            </a:pPr>
            <a:r>
              <a:rPr lang="ko-KR" altLang="en-US" dirty="0"/>
              <a:t>요구 기술</a:t>
            </a:r>
            <a:r>
              <a:rPr lang="en-US" altLang="ko-KR" dirty="0"/>
              <a:t>(Skills)</a:t>
            </a:r>
          </a:p>
          <a:p>
            <a:pPr>
              <a:lnSpc>
                <a:spcPct val="100000"/>
              </a:lnSpc>
            </a:pPr>
            <a:r>
              <a:rPr lang="ko-KR" altLang="en-US" dirty="0"/>
              <a:t>요구 능력</a:t>
            </a:r>
            <a:r>
              <a:rPr lang="en-US" altLang="ko-KR" dirty="0"/>
              <a:t>(Abilities) </a:t>
            </a:r>
            <a:r>
              <a:rPr lang="ko-KR" altLang="en-US" dirty="0"/>
              <a:t>등</a:t>
            </a: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C61DC9-ED53-569D-97CF-D046796965EE}"/>
              </a:ext>
            </a:extLst>
          </p:cNvPr>
          <p:cNvSpPr txBox="1"/>
          <p:nvPr/>
        </p:nvSpPr>
        <p:spPr>
          <a:xfrm>
            <a:off x="7042651" y="3779809"/>
            <a:ext cx="2590287" cy="79922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92075" indent="-92075" defTabSz="804838">
              <a:lnSpc>
                <a:spcPct val="150000"/>
              </a:lnSpc>
              <a:buFont typeface="Arial" panose="020B0604020202020204" pitchFamily="34" charset="0"/>
              <a:buChar char="•"/>
              <a:defRPr sz="1200" spc="-4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dirty="0"/>
              <a:t>물리적 환경 </a:t>
            </a:r>
            <a:r>
              <a:rPr lang="en-US" altLang="ko-KR" dirty="0"/>
              <a:t>: </a:t>
            </a:r>
            <a:r>
              <a:rPr lang="ko-KR" altLang="en-US" dirty="0"/>
              <a:t>작업장 조건</a:t>
            </a:r>
            <a:r>
              <a:rPr lang="en-US" altLang="ko-KR" dirty="0"/>
              <a:t>, </a:t>
            </a:r>
            <a:r>
              <a:rPr lang="ko-KR" altLang="en-US" dirty="0"/>
              <a:t>안전성 등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사회적 환경 </a:t>
            </a:r>
            <a:r>
              <a:rPr lang="en-US" altLang="ko-KR" dirty="0"/>
              <a:t>: </a:t>
            </a:r>
            <a:r>
              <a:rPr lang="ko-KR" altLang="en-US" dirty="0"/>
              <a:t>협업 형태</a:t>
            </a:r>
            <a:r>
              <a:rPr lang="en-US" altLang="ko-KR" dirty="0"/>
              <a:t>, </a:t>
            </a:r>
            <a:r>
              <a:rPr lang="ko-KR" altLang="en-US" dirty="0"/>
              <a:t>감정 노동 등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경제적 환경 </a:t>
            </a:r>
            <a:r>
              <a:rPr lang="en-US" altLang="ko-KR" dirty="0"/>
              <a:t>: </a:t>
            </a:r>
            <a:r>
              <a:rPr lang="ko-KR" altLang="en-US" dirty="0"/>
              <a:t>임금 수준</a:t>
            </a:r>
            <a:r>
              <a:rPr lang="en-US" altLang="ko-KR" dirty="0"/>
              <a:t>, </a:t>
            </a:r>
            <a:r>
              <a:rPr lang="ko-KR" altLang="en-US" dirty="0"/>
              <a:t>산업</a:t>
            </a:r>
            <a:r>
              <a:rPr lang="en-US" altLang="ko-KR" dirty="0"/>
              <a:t>·</a:t>
            </a:r>
            <a:r>
              <a:rPr lang="ko-KR" altLang="en-US" dirty="0"/>
              <a:t>시장 등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D1AC77-A691-4B9C-6EE2-C2D7C2840FA3}"/>
              </a:ext>
            </a:extLst>
          </p:cNvPr>
          <p:cNvSpPr txBox="1"/>
          <p:nvPr/>
        </p:nvSpPr>
        <p:spPr>
          <a:xfrm>
            <a:off x="1318260" y="2249875"/>
            <a:ext cx="8314678" cy="898812"/>
          </a:xfrm>
          <a:prstGeom prst="rect">
            <a:avLst/>
          </a:prstGeom>
          <a:pattFill prst="dkUp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직업정보 프레임워크는 각 직업의 </a:t>
            </a:r>
            <a:r>
              <a:rPr lang="ko-KR" altLang="en-US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수행 활동</a:t>
            </a:r>
            <a:r>
              <a:rPr lang="en-US" altLang="ko-KR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요구 역량</a:t>
            </a:r>
            <a:r>
              <a:rPr lang="en-US" altLang="ko-KR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직무 특성 등을 체계적으로 설명하기 위한 정보 구조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로</a:t>
            </a: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직업의 내용을 구성하는 다양한 요소를 </a:t>
            </a:r>
            <a:r>
              <a:rPr lang="ko-KR" altLang="en-US" sz="1500" kern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구조화하여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직업 간 비교</a:t>
            </a:r>
            <a:r>
              <a:rPr lang="en-US" altLang="ko-KR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분석을 가능하게 하는 역할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을 함</a:t>
            </a: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D84C5A1-31DF-81D9-C4DB-4FBAD6DD3BEA}"/>
              </a:ext>
            </a:extLst>
          </p:cNvPr>
          <p:cNvGrpSpPr/>
          <p:nvPr/>
        </p:nvGrpSpPr>
        <p:grpSpPr>
          <a:xfrm>
            <a:off x="1318260" y="3403250"/>
            <a:ext cx="8314678" cy="376559"/>
            <a:chOff x="1318260" y="3429001"/>
            <a:chExt cx="8854440" cy="37338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D3A0B93-300A-D727-7E17-55D2351C9854}"/>
                </a:ext>
              </a:extLst>
            </p:cNvPr>
            <p:cNvSpPr txBox="1"/>
            <p:nvPr/>
          </p:nvSpPr>
          <p:spPr>
            <a:xfrm>
              <a:off x="1318260" y="3429001"/>
              <a:ext cx="2758440" cy="37338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28575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804838">
                <a:defRPr sz="900" kern="0" spc="-41">
                  <a:solidFill>
                    <a:srgbClr val="333333"/>
                  </a:solidFill>
                  <a:latin typeface="페이퍼로지 5 Medium" pitchFamily="2" charset="-127"/>
                  <a:ea typeface="페이퍼로지 5 Medium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1400" kern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직업 수행 내용 기술</a:t>
              </a:r>
              <a:r>
                <a:rPr lang="en-US" altLang="ko-KR" sz="1400" kern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(Description)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204265-4F2D-E94B-6C01-F6998F7749B4}"/>
                </a:ext>
              </a:extLst>
            </p:cNvPr>
            <p:cNvSpPr txBox="1"/>
            <p:nvPr/>
          </p:nvSpPr>
          <p:spPr>
            <a:xfrm>
              <a:off x="4366260" y="3429001"/>
              <a:ext cx="2758440" cy="37338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28575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804838">
                <a:defRPr sz="900" kern="0" spc="-41">
                  <a:solidFill>
                    <a:srgbClr val="333333"/>
                  </a:solidFill>
                  <a:latin typeface="페이퍼로지 5 Medium" pitchFamily="2" charset="-127"/>
                  <a:ea typeface="페이퍼로지 5 Medium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1400" kern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직업 수행 요건</a:t>
              </a:r>
              <a:r>
                <a:rPr lang="en-US" altLang="ko-KR" sz="1400" kern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(Requirements)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479065C-9D5F-DC7D-DFD1-4AD113CE1A13}"/>
                </a:ext>
              </a:extLst>
            </p:cNvPr>
            <p:cNvSpPr txBox="1"/>
            <p:nvPr/>
          </p:nvSpPr>
          <p:spPr>
            <a:xfrm>
              <a:off x="7414260" y="3429001"/>
              <a:ext cx="2758440" cy="37338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28575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804838">
                <a:defRPr sz="900" kern="0" spc="-41">
                  <a:solidFill>
                    <a:srgbClr val="333333"/>
                  </a:solidFill>
                  <a:latin typeface="페이퍼로지 5 Medium" pitchFamily="2" charset="-127"/>
                  <a:ea typeface="페이퍼로지 5 Medium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1400" kern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직업 수행 맥락</a:t>
              </a:r>
              <a:r>
                <a:rPr lang="en-US" altLang="ko-KR" sz="1400" kern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(Context)</a:t>
              </a: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6A135DE-EE7B-0001-0727-3D85F2486EA1}"/>
              </a:ext>
            </a:extLst>
          </p:cNvPr>
          <p:cNvSpPr/>
          <p:nvPr/>
        </p:nvSpPr>
        <p:spPr>
          <a:xfrm>
            <a:off x="236537" y="2241550"/>
            <a:ext cx="959286" cy="898812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개념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FF835A8-896C-C685-DCF0-8715503B1299}"/>
              </a:ext>
            </a:extLst>
          </p:cNvPr>
          <p:cNvSpPr/>
          <p:nvPr/>
        </p:nvSpPr>
        <p:spPr>
          <a:xfrm>
            <a:off x="236537" y="3403249"/>
            <a:ext cx="959286" cy="1175787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구성 요소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3AA9F38-B8B8-6D56-11FE-D6D90263E562}"/>
              </a:ext>
            </a:extLst>
          </p:cNvPr>
          <p:cNvSpPr/>
          <p:nvPr/>
        </p:nvSpPr>
        <p:spPr>
          <a:xfrm>
            <a:off x="236537" y="4867826"/>
            <a:ext cx="959286" cy="1585362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활용 방안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66B8EE-AC33-6A28-9836-110D45DB78F0}"/>
              </a:ext>
            </a:extLst>
          </p:cNvPr>
          <p:cNvSpPr txBox="1"/>
          <p:nvPr/>
        </p:nvSpPr>
        <p:spPr>
          <a:xfrm>
            <a:off x="1318260" y="4863377"/>
            <a:ext cx="8314678" cy="158536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ISCO-28 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개정안의 직능수준 프레임워크</a:t>
            </a: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(SLF)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 또한 작업의 다차원적 정보</a:t>
            </a: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교육</a:t>
            </a: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500" kern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책무성</a:t>
            </a: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경험</a:t>
            </a: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업무기반학습</a:t>
            </a: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를 직업분류 기준으로 요구하고 있으며</a:t>
            </a: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이러한 직업정보 프레임워크는 </a:t>
            </a:r>
            <a:r>
              <a:rPr lang="ko-KR" altLang="en-US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① 직업 간 유사도 분석 ② 신규 직업 탐지 </a:t>
            </a:r>
            <a:endParaRPr lang="en-US" altLang="ko-KR" sz="1500" b="1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③ 직업분류 체계 검증</a:t>
            </a:r>
            <a:r>
              <a:rPr lang="en-US" altLang="ko-KR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개정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 등 </a:t>
            </a:r>
            <a:r>
              <a:rPr lang="ko-KR" altLang="en-US" sz="1500" b="1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직업분류 고도화의 데이터 인프라 역할</a:t>
            </a:r>
            <a:r>
              <a:rPr lang="ko-KR" altLang="en-US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을 수행할 수 있음</a:t>
            </a:r>
            <a:r>
              <a:rPr lang="en-US" altLang="ko-KR" sz="15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7797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8CD56-C493-DE26-460B-53AD87BCA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B67B33-9956-8DE6-4DB2-01A26F7581A4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5F819D-D685-919D-AF7E-BFDCBC4A2B40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3DA439B-F936-C142-9311-CAF1AF078D5B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3DA1D23-DBD4-D7AC-F442-21893DE2A1E8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8AA66F2-147E-2E8A-83B8-3BDDAD9D7769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E96B7C8-D00C-409B-DA6B-E2CA465E3355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1F01031-B468-DE1F-D712-F9D37C2C490E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CD45D16-18FA-A626-F520-59209976BE18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25AD482-F369-D67D-D425-7EC5257EE6D6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950A7E4-BAFB-30E5-D2CE-EEB673B22B87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8C4F7-AC25-859F-07EB-B6F43B132B72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국내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외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분석</a:t>
            </a:r>
          </a:p>
        </p:txBody>
      </p:sp>
      <p:sp>
        <p:nvSpPr>
          <p:cNvPr id="4" name="텍스트 개체 틀 1">
            <a:extLst>
              <a:ext uri="{FF2B5EF4-FFF2-40B4-BE49-F238E27FC236}">
                <a16:creationId xmlns:a16="http://schemas.microsoft.com/office/drawing/2014/main" id="{EC93023E-5D5D-CF60-FFF4-5BCFF2232673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해외 직업정보는 업무활동</a:t>
            </a:r>
            <a:r>
              <a:rPr lang="en-US" altLang="ko-KR" dirty="0"/>
              <a:t>·</a:t>
            </a:r>
            <a:r>
              <a:rPr lang="ko-KR" altLang="en-US" dirty="0"/>
              <a:t>지식</a:t>
            </a:r>
            <a:r>
              <a:rPr lang="en-US" altLang="ko-KR" dirty="0"/>
              <a:t>·</a:t>
            </a:r>
            <a:r>
              <a:rPr lang="ko-KR" altLang="en-US" dirty="0"/>
              <a:t>기술</a:t>
            </a:r>
            <a:r>
              <a:rPr lang="en-US" altLang="ko-KR" dirty="0"/>
              <a:t>·</a:t>
            </a:r>
            <a:r>
              <a:rPr lang="ko-KR" altLang="en-US" dirty="0"/>
              <a:t>능력</a:t>
            </a:r>
            <a:r>
              <a:rPr lang="en-US" altLang="ko-KR" dirty="0"/>
              <a:t>·</a:t>
            </a:r>
            <a:r>
              <a:rPr lang="ko-KR" altLang="en-US" dirty="0"/>
              <a:t>도구</a:t>
            </a:r>
            <a:r>
              <a:rPr lang="en-US" altLang="ko-KR" dirty="0"/>
              <a:t>·</a:t>
            </a:r>
            <a:r>
              <a:rPr lang="ko-KR" altLang="en-US" dirty="0"/>
              <a:t>환경 등 다차원적 직업정보를 제공하는 반면</a:t>
            </a:r>
            <a:r>
              <a:rPr lang="en-US" altLang="ko-KR" dirty="0"/>
              <a:t>, </a:t>
            </a:r>
            <a:r>
              <a:rPr lang="ko-KR" altLang="en-US" dirty="0"/>
              <a:t>국내는 분류</a:t>
            </a:r>
            <a:r>
              <a:rPr lang="en-US" altLang="ko-KR" dirty="0"/>
              <a:t>·</a:t>
            </a:r>
            <a:r>
              <a:rPr lang="ko-KR" altLang="en-US" dirty="0"/>
              <a:t>정보 자원이 분산되어 있어</a:t>
            </a:r>
            <a:r>
              <a:rPr lang="en-US" altLang="ko-KR" dirty="0"/>
              <a:t>, </a:t>
            </a:r>
            <a:r>
              <a:rPr lang="ko-KR" altLang="en-US" dirty="0"/>
              <a:t>국내</a:t>
            </a:r>
            <a:r>
              <a:rPr lang="en-US" altLang="ko-KR" dirty="0"/>
              <a:t>·</a:t>
            </a:r>
            <a:r>
              <a:rPr lang="ko-KR" altLang="en-US" dirty="0"/>
              <a:t>외</a:t>
            </a:r>
            <a:r>
              <a:rPr lang="en-US" altLang="ko-KR" dirty="0"/>
              <a:t> </a:t>
            </a:r>
            <a:r>
              <a:rPr lang="ko-KR" altLang="en-US" dirty="0"/>
              <a:t>직업정보 분석을 통해 직업정보 프레임워크 설계의 시사점을 도출하고자 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TextBox 246">
            <a:extLst>
              <a:ext uri="{FF2B5EF4-FFF2-40B4-BE49-F238E27FC236}">
                <a16:creationId xmlns:a16="http://schemas.microsoft.com/office/drawing/2014/main" id="{C40AF592-3FE6-0EC8-4E67-3BB8FB88530D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해외 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4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개국 직업정보 체계 비교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EB057D2-21A3-5C13-42AE-4B6516EF4086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9F11C1A-1C4A-007B-36F9-5D5FC2025E58}"/>
              </a:ext>
            </a:extLst>
          </p:cNvPr>
          <p:cNvSpPr txBox="1"/>
          <p:nvPr/>
        </p:nvSpPr>
        <p:spPr>
          <a:xfrm>
            <a:off x="236537" y="2697480"/>
            <a:ext cx="1298799" cy="854246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ILO</a:t>
            </a:r>
          </a:p>
          <a:p>
            <a:pPr defTabSz="804838">
              <a:lnSpc>
                <a:spcPct val="130000"/>
              </a:lnSpc>
              <a:defRPr/>
            </a:pPr>
            <a:r>
              <a:rPr lang="ko-KR" altLang="en-US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국제표준직업분류</a:t>
            </a:r>
            <a:endParaRPr lang="en-US" altLang="ko-KR" sz="1200" kern="0" spc="-41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(ISCO-08)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662769-2428-C1E9-419A-00796D262629}"/>
              </a:ext>
            </a:extLst>
          </p:cNvPr>
          <p:cNvSpPr txBox="1"/>
          <p:nvPr/>
        </p:nvSpPr>
        <p:spPr>
          <a:xfrm>
            <a:off x="236537" y="3657444"/>
            <a:ext cx="1298799" cy="1211813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O*NET</a:t>
            </a:r>
          </a:p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미국</a:t>
            </a: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D976E9-E388-D5F2-D34F-BC6BFE68F26F}"/>
              </a:ext>
            </a:extLst>
          </p:cNvPr>
          <p:cNvSpPr txBox="1"/>
          <p:nvPr/>
        </p:nvSpPr>
        <p:spPr>
          <a:xfrm>
            <a:off x="236537" y="4985590"/>
            <a:ext cx="1298799" cy="678279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ESCO</a:t>
            </a:r>
          </a:p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유럽</a:t>
            </a: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F55F4B-5C50-FE78-7FA9-753E08AB167F}"/>
              </a:ext>
            </a:extLst>
          </p:cNvPr>
          <p:cNvSpPr txBox="1"/>
          <p:nvPr/>
        </p:nvSpPr>
        <p:spPr>
          <a:xfrm>
            <a:off x="236537" y="5774908"/>
            <a:ext cx="1298799" cy="678279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NOC</a:t>
            </a:r>
          </a:p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캐나다</a:t>
            </a: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080F4A-35DE-F670-D09E-5B3B58E02238}"/>
              </a:ext>
            </a:extLst>
          </p:cNvPr>
          <p:cNvSpPr txBox="1"/>
          <p:nvPr/>
        </p:nvSpPr>
        <p:spPr>
          <a:xfrm>
            <a:off x="1676401" y="2697480"/>
            <a:ext cx="3146728" cy="854246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n-US" altLang="ko-KR" sz="1050" dirty="0"/>
              <a:t>4</a:t>
            </a:r>
            <a:r>
              <a:rPr lang="ko-KR" altLang="en-US" sz="1050" dirty="0"/>
              <a:t>단계 </a:t>
            </a:r>
            <a:r>
              <a:rPr lang="en-US" altLang="ko-KR" sz="1050" dirty="0"/>
              <a:t>Skill Level + 4</a:t>
            </a:r>
            <a:r>
              <a:rPr lang="ko-KR" altLang="en-US" sz="1050" dirty="0"/>
              <a:t>차원</a:t>
            </a:r>
            <a:r>
              <a:rPr lang="en-US" altLang="ko-KR" sz="1050" dirty="0"/>
              <a:t> Skill Specialization(</a:t>
            </a:r>
            <a:r>
              <a:rPr lang="ko-KR" altLang="en-US" sz="1050" dirty="0"/>
              <a:t>지식</a:t>
            </a:r>
            <a:r>
              <a:rPr lang="en-US" altLang="ko-KR" sz="1050" dirty="0"/>
              <a:t>·</a:t>
            </a:r>
            <a:r>
              <a:rPr lang="ko-KR" altLang="en-US" sz="1050" dirty="0"/>
              <a:t>도구</a:t>
            </a:r>
            <a:r>
              <a:rPr lang="en-US" altLang="ko-KR" sz="1050" dirty="0"/>
              <a:t> · </a:t>
            </a:r>
            <a:r>
              <a:rPr lang="ko-KR" altLang="en-US" sz="1050" dirty="0"/>
              <a:t>대상</a:t>
            </a:r>
            <a:r>
              <a:rPr lang="en-US" altLang="ko-KR" sz="1050" dirty="0"/>
              <a:t> · </a:t>
            </a:r>
            <a:r>
              <a:rPr lang="ko-KR" altLang="en-US" sz="1050" dirty="0"/>
              <a:t>산출</a:t>
            </a:r>
            <a:r>
              <a:rPr lang="en-US" altLang="ko-KR" sz="1050" dirty="0"/>
              <a:t>)</a:t>
            </a:r>
          </a:p>
          <a:p>
            <a:pPr marL="92075" indent="-92075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n-US" altLang="ko-KR" sz="1050" b="1" dirty="0"/>
              <a:t>ISCO-28 </a:t>
            </a:r>
            <a:r>
              <a:rPr lang="ko-KR" altLang="en-US" sz="1050" b="1" dirty="0"/>
              <a:t>개정 중 </a:t>
            </a:r>
            <a:r>
              <a:rPr lang="en-US" altLang="ko-KR" sz="1050" b="1" dirty="0"/>
              <a:t>— SLF 4</a:t>
            </a:r>
            <a:r>
              <a:rPr lang="ko-KR" altLang="en-US" sz="1050" b="1" dirty="0"/>
              <a:t>요소 도입</a:t>
            </a:r>
            <a:endParaRPr lang="en-US" altLang="ko-KR" sz="10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D36D33-5BCF-FC05-F922-C6B0511ECA50}"/>
              </a:ext>
            </a:extLst>
          </p:cNvPr>
          <p:cNvSpPr txBox="1"/>
          <p:nvPr/>
        </p:nvSpPr>
        <p:spPr>
          <a:xfrm>
            <a:off x="1676401" y="3661055"/>
            <a:ext cx="3146728" cy="1211813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1050" b="1" dirty="0"/>
              <a:t>O*NET-SOC : 1,016</a:t>
            </a:r>
            <a:r>
              <a:rPr lang="ko-KR" altLang="en-US" sz="1050" b="1" dirty="0"/>
              <a:t> 직업</a:t>
            </a:r>
            <a:r>
              <a:rPr lang="en-US" altLang="ko-KR" sz="1050" b="1" dirty="0"/>
              <a:t>(</a:t>
            </a:r>
            <a:r>
              <a:rPr lang="ko-KR" altLang="en-US" sz="1050" b="1" dirty="0"/>
              <a:t>중 </a:t>
            </a:r>
            <a:r>
              <a:rPr lang="en-US" altLang="ko-KR" sz="1050" b="1" dirty="0"/>
              <a:t>923</a:t>
            </a:r>
            <a:r>
              <a:rPr lang="ko-KR" altLang="en-US" sz="1050" b="1" dirty="0"/>
              <a:t>개 직업</a:t>
            </a:r>
            <a:r>
              <a:rPr lang="en-US" altLang="ko-KR" sz="1050" b="1" dirty="0"/>
              <a:t> </a:t>
            </a:r>
            <a:r>
              <a:rPr lang="en-US" altLang="ko-KR" sz="1050" b="1" spc="-150" dirty="0"/>
              <a:t>data</a:t>
            </a:r>
            <a:r>
              <a:rPr lang="en-US" altLang="ko-KR" sz="1050" b="1" dirty="0"/>
              <a:t> </a:t>
            </a:r>
            <a:r>
              <a:rPr lang="ko-KR" altLang="en-US" sz="1050" b="1" dirty="0"/>
              <a:t>구축</a:t>
            </a:r>
            <a:r>
              <a:rPr lang="en-US" altLang="ko-KR" sz="1050" b="1" dirty="0"/>
              <a:t>) 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1050" b="1" dirty="0"/>
              <a:t>Content Model</a:t>
            </a:r>
            <a:r>
              <a:rPr lang="en-US" altLang="ko-KR" sz="1050" dirty="0"/>
              <a:t> </a:t>
            </a:r>
          </a:p>
          <a:p>
            <a:r>
              <a:rPr lang="en-US" altLang="ko-KR" sz="1050" dirty="0"/>
              <a:t> - 6 Domain × 277 </a:t>
            </a:r>
            <a:r>
              <a:rPr lang="ko-KR" altLang="en-US" sz="1050" dirty="0" err="1"/>
              <a:t>디스크립터</a:t>
            </a:r>
            <a:endParaRPr lang="en-US" altLang="ko-KR" sz="1050" dirty="0"/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1050" b="1" dirty="0"/>
              <a:t>업무활동 </a:t>
            </a:r>
            <a:r>
              <a:rPr lang="en-US" altLang="ko-KR" sz="1050" b="1" dirty="0"/>
              <a:t>4</a:t>
            </a:r>
            <a:r>
              <a:rPr lang="ko-KR" altLang="en-US" sz="1050" b="1" dirty="0"/>
              <a:t>계층 </a:t>
            </a:r>
            <a:endParaRPr lang="en-US" altLang="ko-KR" sz="1050" b="1" dirty="0"/>
          </a:p>
          <a:p>
            <a:r>
              <a:rPr lang="en-US" altLang="ko-KR" sz="1050" dirty="0"/>
              <a:t> - GWA, IWA, DWA, Task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738CF4-4701-BC0F-B6FE-CE44AF0538D2}"/>
              </a:ext>
            </a:extLst>
          </p:cNvPr>
          <p:cNvSpPr txBox="1"/>
          <p:nvPr/>
        </p:nvSpPr>
        <p:spPr>
          <a:xfrm>
            <a:off x="1676401" y="4984749"/>
            <a:ext cx="3146728" cy="678279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1050" dirty="0"/>
              <a:t>직업 </a:t>
            </a:r>
            <a:r>
              <a:rPr lang="en-US" altLang="ko-KR" sz="1050" dirty="0"/>
              <a:t>+ </a:t>
            </a:r>
            <a:r>
              <a:rPr lang="ko-KR" altLang="en-US" sz="1050" dirty="0"/>
              <a:t>기술 </a:t>
            </a:r>
            <a:r>
              <a:rPr lang="en-US" altLang="ko-KR" sz="1050" dirty="0"/>
              <a:t>+ </a:t>
            </a:r>
            <a:r>
              <a:rPr lang="ko-KR" altLang="en-US" sz="1050" dirty="0"/>
              <a:t>자격 </a:t>
            </a:r>
            <a:r>
              <a:rPr lang="en-US" altLang="ko-KR" sz="1050" dirty="0"/>
              <a:t>3</a:t>
            </a:r>
            <a:r>
              <a:rPr lang="ko-KR" altLang="en-US" sz="1050" dirty="0"/>
              <a:t>축 연계</a:t>
            </a:r>
            <a:endParaRPr lang="en-US" altLang="ko-KR" sz="1050" dirty="0"/>
          </a:p>
          <a:p>
            <a:r>
              <a:rPr lang="en-US" altLang="ko-KR" sz="1050" dirty="0"/>
              <a:t> - </a:t>
            </a:r>
            <a:r>
              <a:rPr lang="ko-KR" altLang="en-US" sz="1050" dirty="0"/>
              <a:t>직업 </a:t>
            </a:r>
            <a:r>
              <a:rPr lang="en-US" altLang="ko-KR" sz="1050" dirty="0"/>
              <a:t>: ISCO-08 </a:t>
            </a:r>
            <a:r>
              <a:rPr lang="ko-KR" altLang="en-US" sz="1050" dirty="0"/>
              <a:t>기반</a:t>
            </a:r>
            <a:endParaRPr lang="en-US" altLang="ko-KR" sz="1050" dirty="0"/>
          </a:p>
          <a:p>
            <a:r>
              <a:rPr lang="en-US" altLang="ko-KR" sz="1050" dirty="0"/>
              <a:t> - </a:t>
            </a:r>
            <a:r>
              <a:rPr lang="ko-KR" altLang="en-US" sz="1050" dirty="0"/>
              <a:t>지식</a:t>
            </a:r>
            <a:r>
              <a:rPr lang="en-US" altLang="ko-KR" sz="1050" dirty="0"/>
              <a:t>·</a:t>
            </a:r>
            <a:r>
              <a:rPr lang="ko-KR" altLang="en-US" sz="1050" dirty="0"/>
              <a:t>기술</a:t>
            </a:r>
            <a:r>
              <a:rPr lang="en-US" altLang="ko-KR" sz="1050" dirty="0"/>
              <a:t>·</a:t>
            </a:r>
            <a:r>
              <a:rPr lang="ko-KR" altLang="en-US" sz="1050" dirty="0"/>
              <a:t>태도</a:t>
            </a:r>
            <a:r>
              <a:rPr lang="en-US" altLang="ko-KR" sz="1050" dirty="0"/>
              <a:t> + </a:t>
            </a:r>
            <a:r>
              <a:rPr lang="ko-KR" altLang="en-US" sz="1050" dirty="0"/>
              <a:t>자격</a:t>
            </a:r>
            <a:r>
              <a:rPr lang="en-US" altLang="ko-KR" sz="1050" dirty="0"/>
              <a:t>·</a:t>
            </a:r>
            <a:r>
              <a:rPr lang="ko-KR" altLang="en-US" sz="1050" dirty="0"/>
              <a:t>학위</a:t>
            </a:r>
            <a:endParaRPr lang="en-US" altLang="ko-KR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A9A4DD-1D34-1F80-2354-A1019D384019}"/>
              </a:ext>
            </a:extLst>
          </p:cNvPr>
          <p:cNvSpPr txBox="1"/>
          <p:nvPr/>
        </p:nvSpPr>
        <p:spPr>
          <a:xfrm>
            <a:off x="1676401" y="5774908"/>
            <a:ext cx="3146728" cy="678279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1050" dirty="0"/>
              <a:t>TEER </a:t>
            </a:r>
            <a:r>
              <a:rPr lang="ko-KR" altLang="en-US" sz="1050" dirty="0"/>
              <a:t>시스템 운영</a:t>
            </a:r>
            <a:r>
              <a:rPr lang="en-US" altLang="ko-KR" sz="1050" dirty="0"/>
              <a:t> (</a:t>
            </a:r>
            <a:r>
              <a:rPr lang="en-US" altLang="ko-KR" sz="1050" dirty="0" err="1"/>
              <a:t>Training·Education</a:t>
            </a:r>
            <a:r>
              <a:rPr lang="en-US" altLang="ko-KR" sz="1050" dirty="0"/>
              <a:t>· </a:t>
            </a:r>
            <a:r>
              <a:rPr lang="en-US" altLang="ko-KR" sz="1050" dirty="0" err="1"/>
              <a:t>Experience·Responsibilities</a:t>
            </a:r>
            <a:r>
              <a:rPr lang="en-US" altLang="ko-KR" sz="1050" dirty="0"/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391AC4-7E34-40D8-544E-91720458AAD4}"/>
              </a:ext>
            </a:extLst>
          </p:cNvPr>
          <p:cNvSpPr txBox="1"/>
          <p:nvPr/>
        </p:nvSpPr>
        <p:spPr>
          <a:xfrm>
            <a:off x="236537" y="2241550"/>
            <a:ext cx="1298799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구분</a:t>
            </a:r>
            <a:endParaRPr lang="en-US" altLang="ko-KR" sz="11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EAF826-E467-CE3E-D0FB-842B3D0CFC51}"/>
              </a:ext>
            </a:extLst>
          </p:cNvPr>
          <p:cNvSpPr txBox="1"/>
          <p:nvPr/>
        </p:nvSpPr>
        <p:spPr>
          <a:xfrm>
            <a:off x="1676401" y="2241550"/>
            <a:ext cx="3146728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핵심 특징</a:t>
            </a:r>
            <a:endParaRPr lang="en-US" altLang="ko-KR" sz="11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8" name="TextBox 246">
            <a:extLst>
              <a:ext uri="{FF2B5EF4-FFF2-40B4-BE49-F238E27FC236}">
                <a16:creationId xmlns:a16="http://schemas.microsoft.com/office/drawing/2014/main" id="{983D8DBB-9AE8-AC11-A758-F73CE0CCB90B}"/>
              </a:ext>
            </a:extLst>
          </p:cNvPr>
          <p:cNvSpPr txBox="1"/>
          <p:nvPr/>
        </p:nvSpPr>
        <p:spPr>
          <a:xfrm>
            <a:off x="5083053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국내 직업정보 체계 요약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60C1B1CA-FC42-23F0-925D-2E19A50F7650}"/>
              </a:ext>
            </a:extLst>
          </p:cNvPr>
          <p:cNvCxnSpPr>
            <a:cxnSpLocks/>
          </p:cNvCxnSpPr>
          <p:nvPr/>
        </p:nvCxnSpPr>
        <p:spPr>
          <a:xfrm>
            <a:off x="5083053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50D2A3BE-2209-5ED4-1290-DD669A91A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716637"/>
              </p:ext>
            </p:extLst>
          </p:nvPr>
        </p:nvGraphicFramePr>
        <p:xfrm>
          <a:off x="5057776" y="2241550"/>
          <a:ext cx="4583234" cy="1554310"/>
        </p:xfrm>
        <a:graphic>
          <a:graphicData uri="http://schemas.openxmlformats.org/drawingml/2006/table">
            <a:tbl>
              <a:tblPr/>
              <a:tblGrid>
                <a:gridCol w="1030318">
                  <a:extLst>
                    <a:ext uri="{9D8B030D-6E8A-4147-A177-3AD203B41FA5}">
                      <a16:colId xmlns:a16="http://schemas.microsoft.com/office/drawing/2014/main" val="3675168837"/>
                    </a:ext>
                  </a:extLst>
                </a:gridCol>
                <a:gridCol w="3552916">
                  <a:extLst>
                    <a:ext uri="{9D8B030D-6E8A-4147-A177-3AD203B41FA5}">
                      <a16:colId xmlns:a16="http://schemas.microsoft.com/office/drawing/2014/main" val="2445292385"/>
                    </a:ext>
                  </a:extLst>
                </a:gridCol>
              </a:tblGrid>
              <a:tr h="276640">
                <a:tc gridSpan="2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[</a:t>
                      </a:r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직업분류</a:t>
                      </a:r>
                      <a:r>
                        <a:rPr lang="en-US" altLang="ko-KR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]</a:t>
                      </a:r>
                      <a:endParaRPr lang="ko-KR" alt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335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</a:t>
                      </a:r>
                    </a:p>
                  </a:txBody>
                  <a:tcPr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내용</a:t>
                      </a:r>
                    </a:p>
                  </a:txBody>
                  <a:tcPr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11988"/>
                  </a:ext>
                </a:extLst>
              </a:tr>
              <a:tr h="6097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KSCO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한국표준직업분류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통계청 관리 국가 표준 분류 체계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ISCO-08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기반 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대분류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: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직능수준 우선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+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중분류 이하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직능유형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역량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기술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도구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업무환경 등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부재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서술형 문장 형태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223882"/>
                  </a:ext>
                </a:extLst>
              </a:tr>
              <a:tr h="44348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KECO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한국고용직업분류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한국고용정보원이 고용서비스 목적으로 개발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 수행 내용의 유사성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을 기준으로 분류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대분류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직무유형 우선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637839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864B4028-4E17-EF06-7177-8EB626883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002860"/>
              </p:ext>
            </p:extLst>
          </p:nvPr>
        </p:nvGraphicFramePr>
        <p:xfrm>
          <a:off x="5057776" y="4141033"/>
          <a:ext cx="4583234" cy="2312154"/>
        </p:xfrm>
        <a:graphic>
          <a:graphicData uri="http://schemas.openxmlformats.org/drawingml/2006/table">
            <a:tbl>
              <a:tblPr/>
              <a:tblGrid>
                <a:gridCol w="1030318">
                  <a:extLst>
                    <a:ext uri="{9D8B030D-6E8A-4147-A177-3AD203B41FA5}">
                      <a16:colId xmlns:a16="http://schemas.microsoft.com/office/drawing/2014/main" val="3675168837"/>
                    </a:ext>
                  </a:extLst>
                </a:gridCol>
                <a:gridCol w="3552916">
                  <a:extLst>
                    <a:ext uri="{9D8B030D-6E8A-4147-A177-3AD203B41FA5}">
                      <a16:colId xmlns:a16="http://schemas.microsoft.com/office/drawing/2014/main" val="2445292385"/>
                    </a:ext>
                  </a:extLst>
                </a:gridCol>
              </a:tblGrid>
              <a:tr h="260799">
                <a:tc gridSpan="2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[</a:t>
                      </a:r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</a:t>
                      </a:r>
                      <a:r>
                        <a:rPr lang="en-US" altLang="ko-KR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]</a:t>
                      </a:r>
                      <a:endParaRPr lang="ko-KR" alt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335996"/>
                  </a:ext>
                </a:extLst>
              </a:tr>
              <a:tr h="2454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</a:t>
                      </a:r>
                    </a:p>
                  </a:txBody>
                  <a:tcPr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내용</a:t>
                      </a:r>
                    </a:p>
                  </a:txBody>
                  <a:tcPr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11988"/>
                  </a:ext>
                </a:extLst>
              </a:tr>
              <a:tr h="3871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워크넷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워크피디아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임금직업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lvl="0" indent="-92075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500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여 개 직업에 대해 다차원 정보 통합 제공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lvl="0" indent="-92075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 수행 내용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교육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자격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임금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일자리 전망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업무특성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전직 가능 직업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등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445202"/>
                  </a:ext>
                </a:extLst>
              </a:tr>
              <a:tr h="3871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한국직업사전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정규교육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숙련기간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직무기능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자료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사람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사물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작업환경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자격 등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제공</a:t>
                      </a:r>
                      <a:endParaRPr lang="en-US" altLang="ko-KR" sz="900" b="1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175186"/>
                  </a:ext>
                </a:extLst>
              </a:tr>
              <a:tr h="3871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NCS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국가직무능력표준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lvl="0" indent="-92075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24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대분류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81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중분류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273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소분류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1,100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세분류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lvl="0" indent="-92075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능력단위 기반으로 광범위한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직무정보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업무활동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지식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기술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태도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등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보유 </a:t>
                      </a:r>
                      <a:endParaRPr lang="en-US" altLang="ko-KR" sz="900" b="1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940275"/>
                  </a:ext>
                </a:extLst>
              </a:tr>
              <a:tr h="6443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KQF/SQF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국가역량체계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8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 수준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(Level)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의 역량 정의 체계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KQF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는 학력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자격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훈련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경력을 통합 인정하는 일반적 역량 기준으로 활용되며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산업별 직무역량 맵 제공 </a:t>
                      </a:r>
                      <a:endParaRPr lang="en-US" altLang="ko-KR" sz="900" b="1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현재 모든 직업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산업에 적용되어 있지 않아 선별적 활용 필요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209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5765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ABF0D-92C4-CB6C-0DFA-BF25DE91A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DC224DA-F9FC-0B01-085C-C361C1709CC4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B67532-3F7C-C78E-95CE-CBFEDB432547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3FBC489-2A38-FB10-5493-476B9EBF14E4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C3D6059-AB8E-3198-BEA5-88CA85626494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3CD588D-4314-A31F-59EA-4485DC03EE64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0EADEEB-6368-5E6E-71C1-DA273662EE82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9470CE7-5289-4302-83B7-1BBE185DAB3D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AA8BFB9-D9FA-09D2-9685-FB19D2EF8EFA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89C9D49-D334-B02C-7EB6-8877382D4706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A64B7D4-5343-8C45-2DBE-ADE5963BF0FA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8A3A01-76A2-F9E0-671A-DE253F224FC6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국내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외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분석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334529F-3515-676F-D181-1ECFB4F10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201023"/>
              </p:ext>
            </p:extLst>
          </p:nvPr>
        </p:nvGraphicFramePr>
        <p:xfrm>
          <a:off x="236538" y="2241550"/>
          <a:ext cx="9396411" cy="4211639"/>
        </p:xfrm>
        <a:graphic>
          <a:graphicData uri="http://schemas.openxmlformats.org/drawingml/2006/table">
            <a:tbl>
              <a:tblPr/>
              <a:tblGrid>
                <a:gridCol w="1160689">
                  <a:extLst>
                    <a:ext uri="{9D8B030D-6E8A-4147-A177-3AD203B41FA5}">
                      <a16:colId xmlns:a16="http://schemas.microsoft.com/office/drawing/2014/main" val="3157766755"/>
                    </a:ext>
                  </a:extLst>
                </a:gridCol>
                <a:gridCol w="1872386">
                  <a:extLst>
                    <a:ext uri="{9D8B030D-6E8A-4147-A177-3AD203B41FA5}">
                      <a16:colId xmlns:a16="http://schemas.microsoft.com/office/drawing/2014/main" val="3162612299"/>
                    </a:ext>
                  </a:extLst>
                </a:gridCol>
                <a:gridCol w="3181668">
                  <a:extLst>
                    <a:ext uri="{9D8B030D-6E8A-4147-A177-3AD203B41FA5}">
                      <a16:colId xmlns:a16="http://schemas.microsoft.com/office/drawing/2014/main" val="1172459960"/>
                    </a:ext>
                  </a:extLst>
                </a:gridCol>
                <a:gridCol w="3181668">
                  <a:extLst>
                    <a:ext uri="{9D8B030D-6E8A-4147-A177-3AD203B41FA5}">
                      <a16:colId xmlns:a16="http://schemas.microsoft.com/office/drawing/2014/main" val="2942528726"/>
                    </a:ext>
                  </a:extLst>
                </a:gridCol>
              </a:tblGrid>
              <a:tr h="2931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항목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해외</a:t>
                      </a: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미국</a:t>
                      </a: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 </a:t>
                      </a: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체계</a:t>
                      </a:r>
                      <a:endParaRPr lang="en-US" altLang="ko-KR" sz="14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국내</a:t>
                      </a: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한국</a:t>
                      </a: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 </a:t>
                      </a: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체계</a:t>
                      </a:r>
                      <a:endParaRPr lang="en-US" altLang="ko-KR" sz="14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465015"/>
                  </a:ext>
                </a:extLst>
              </a:tr>
              <a:tr h="253875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관리 체계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분류 체계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SOC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KSCO / KECO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91372"/>
                  </a:ext>
                </a:extLst>
              </a:tr>
              <a:tr h="236968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 dirty="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시스템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O*NET 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통합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KNOW · NCS ·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워크넷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등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174229"/>
                  </a:ext>
                </a:extLst>
              </a:tr>
              <a:tr h="253875">
                <a:tc rowSpan="9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구성 요소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직업명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코드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539459"/>
                  </a:ext>
                </a:extLst>
              </a:tr>
              <a:tr h="253875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 정의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 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서술형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791531"/>
                  </a:ext>
                </a:extLst>
              </a:tr>
              <a:tr h="253875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 dirty="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업무활동 구조화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 (</a:t>
                      </a:r>
                      <a:r>
                        <a:rPr lang="en-US" sz="105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GWA·IWA</a:t>
                      </a:r>
                      <a:r>
                        <a:rPr lang="en-US" altLang="ko-KR" sz="105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en-US" sz="105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DWA·Task</a:t>
                      </a:r>
                      <a:r>
                        <a:rPr 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✗ 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서술형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999695"/>
                  </a:ext>
                </a:extLst>
              </a:tr>
              <a:tr h="253875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기술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도구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△ (KNOW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일부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395842"/>
                  </a:ext>
                </a:extLst>
              </a:tr>
              <a:tr h="23472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 dirty="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역량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능력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지식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△ (NCS·KNOW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일부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423125"/>
                  </a:ext>
                </a:extLst>
              </a:tr>
              <a:tr h="253875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 dirty="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학력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자격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△ (KQF·NCS)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358452"/>
                  </a:ext>
                </a:extLst>
              </a:tr>
              <a:tr h="253875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 dirty="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업무환경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△ (KNOW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일부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52459"/>
                  </a:ext>
                </a:extLst>
              </a:tr>
              <a:tr h="253875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 dirty="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임금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고용전망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 (BLS 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연계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△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워크넷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일부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992659"/>
                  </a:ext>
                </a:extLst>
              </a:tr>
              <a:tr h="253875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 dirty="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표준화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통합 </a:t>
                      </a:r>
                      <a:r>
                        <a:rPr 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DB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✓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✗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957064"/>
                  </a:ext>
                </a:extLst>
              </a:tr>
              <a:tr h="453685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▼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 dirty="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300" dirty="0">
                        <a:effectLst/>
                      </a:endParaRP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300" dirty="0">
                        <a:effectLst/>
                      </a:endParaRP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208620"/>
                  </a:ext>
                </a:extLst>
              </a:tr>
              <a:tr h="708234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특징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 dirty="0"/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⇒ 분류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정보 양방향 결합</a:t>
                      </a:r>
                      <a:br>
                        <a:rPr lang="ko-KR" altLang="en-US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</a:b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⇒ 다차원 구조화 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DB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⇒ 분류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정보 분산</a:t>
                      </a:r>
                      <a:br>
                        <a:rPr lang="ko-KR" altLang="en-US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</a:b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⇒ 서술형 텍스트 중심</a:t>
                      </a:r>
                    </a:p>
                  </a:txBody>
                  <a:tcPr marL="64945" marR="64945" marT="32473" marB="3247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77284"/>
                  </a:ext>
                </a:extLst>
              </a:tr>
            </a:tbl>
          </a:graphicData>
        </a:graphic>
      </p:graphicFrame>
      <p:sp>
        <p:nvSpPr>
          <p:cNvPr id="5" name="TextBox 246">
            <a:extLst>
              <a:ext uri="{FF2B5EF4-FFF2-40B4-BE49-F238E27FC236}">
                <a16:creationId xmlns:a16="http://schemas.microsoft.com/office/drawing/2014/main" id="{8AEF53B2-EF78-CC1C-D700-DD631011CD00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미국 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-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한국 직업정보 체계 비교 및 특징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D064769-198A-97B6-D161-B0B58DFCF185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텍스트 개체 틀 1">
            <a:extLst>
              <a:ext uri="{FF2B5EF4-FFF2-40B4-BE49-F238E27FC236}">
                <a16:creationId xmlns:a16="http://schemas.microsoft.com/office/drawing/2014/main" id="{6DC4B680-E53F-3483-0D82-2A4E21401904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특히</a:t>
            </a:r>
            <a:r>
              <a:rPr lang="en-US" altLang="ko-KR" dirty="0"/>
              <a:t>,</a:t>
            </a:r>
            <a:r>
              <a:rPr lang="ko-KR" altLang="en-US" dirty="0"/>
              <a:t> 미국의 경우 직업 분류</a:t>
            </a:r>
            <a:r>
              <a:rPr lang="en-US" altLang="ko-KR" dirty="0"/>
              <a:t>·</a:t>
            </a:r>
            <a:r>
              <a:rPr lang="ko-KR" altLang="en-US" dirty="0"/>
              <a:t>정보가 양방향으로 결합된 다차원 구조화 </a:t>
            </a:r>
            <a:r>
              <a:rPr lang="en-US" altLang="ko-KR" dirty="0"/>
              <a:t>DB</a:t>
            </a:r>
            <a:r>
              <a:rPr lang="ko-KR" altLang="en-US" dirty="0"/>
              <a:t>를 갖춘 반면</a:t>
            </a:r>
            <a:r>
              <a:rPr lang="en-US" altLang="ko-KR" dirty="0"/>
              <a:t>, </a:t>
            </a:r>
            <a:r>
              <a:rPr lang="ko-KR" altLang="en-US" dirty="0"/>
              <a:t>국내는 분류</a:t>
            </a:r>
            <a:r>
              <a:rPr lang="en-US" altLang="ko-KR" dirty="0"/>
              <a:t>·</a:t>
            </a:r>
            <a:r>
              <a:rPr lang="ko-KR" altLang="en-US" dirty="0"/>
              <a:t>정보가 분산되어 있어 이를 통합할 프레임워크와</a:t>
            </a:r>
            <a:r>
              <a:rPr lang="en-US" altLang="ko-KR" dirty="0"/>
              <a:t> </a:t>
            </a:r>
            <a:r>
              <a:rPr lang="ko-KR" altLang="en-US" dirty="0"/>
              <a:t>직업분류 고도화를 위해 필요한 구성요소를 선별</a:t>
            </a:r>
            <a:r>
              <a:rPr lang="en-US" altLang="ko-KR" dirty="0"/>
              <a:t>·</a:t>
            </a:r>
            <a:r>
              <a:rPr lang="ko-KR" altLang="en-US" dirty="0"/>
              <a:t>적용할 필요가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6637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6A359-8C1F-A454-EA74-7D1A33A41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A75D6CD-7F3C-D2A9-CDA0-949A34407D2E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ABAE87-B4CB-164E-D5E8-04956DFE08E1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E443ED8-9DF8-7538-EC48-569C96AA083A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C70C5EE-3B2E-3C6E-2E47-15E46FD6BC41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8A4AD7E-765D-C7F4-493E-A7FA7BC8802E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77297A2-BE9E-ED2E-AF29-091C23FCEA81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64F7318-424C-B31A-0733-87761AB39A96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0B26E15-9161-5389-3B2D-CA976D1A7C43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1B9E65D-07DA-8927-526A-ABB57390C16A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348AAFE-EA57-BCC8-BE1C-0D21FC86C2AF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9E3DEB-9C67-13DD-8E33-971F50A0CA49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국내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외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분석</a:t>
            </a:r>
          </a:p>
        </p:txBody>
      </p:sp>
      <p:sp>
        <p:nvSpPr>
          <p:cNvPr id="5" name="TextBox 246">
            <a:extLst>
              <a:ext uri="{FF2B5EF4-FFF2-40B4-BE49-F238E27FC236}">
                <a16:creationId xmlns:a16="http://schemas.microsoft.com/office/drawing/2014/main" id="{7688DFE9-3D95-DDAB-04DC-3D2CA183ACAC}"/>
              </a:ext>
            </a:extLst>
          </p:cNvPr>
          <p:cNvSpPr txBox="1"/>
          <p:nvPr/>
        </p:nvSpPr>
        <p:spPr>
          <a:xfrm>
            <a:off x="261816" y="1531051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미국 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O*NET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직업정보 체계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646CA1C-BBE2-314E-FD7F-DD1DB5055124}"/>
              </a:ext>
            </a:extLst>
          </p:cNvPr>
          <p:cNvCxnSpPr>
            <a:cxnSpLocks/>
          </p:cNvCxnSpPr>
          <p:nvPr/>
        </p:nvCxnSpPr>
        <p:spPr>
          <a:xfrm>
            <a:off x="261816" y="1519828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텍스트 개체 틀 1">
            <a:extLst>
              <a:ext uri="{FF2B5EF4-FFF2-40B4-BE49-F238E27FC236}">
                <a16:creationId xmlns:a16="http://schemas.microsoft.com/office/drawing/2014/main" id="{CD35BA49-7517-6CF9-70D5-7B37BFC8CF50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O*NET </a:t>
            </a:r>
            <a:r>
              <a:rPr lang="ko-KR" altLang="en-US" dirty="0"/>
              <a:t>콘텐츠 </a:t>
            </a:r>
            <a:r>
              <a:rPr lang="ko-KR" altLang="en-US"/>
              <a:t>모델은 </a:t>
            </a:r>
            <a:r>
              <a:rPr lang="en-US" altLang="ko-KR" dirty="0"/>
              <a:t>6 </a:t>
            </a:r>
            <a:r>
              <a:rPr lang="ko-KR" altLang="en-US"/>
              <a:t>도메인 </a:t>
            </a:r>
            <a:r>
              <a:rPr lang="en-US" altLang="ko-KR" dirty="0"/>
              <a:t>× 277 </a:t>
            </a:r>
            <a:r>
              <a:rPr lang="ko-KR" altLang="en-US" dirty="0" err="1"/>
              <a:t>디스크립터로</a:t>
            </a:r>
            <a:r>
              <a:rPr lang="ko-KR" altLang="en-US" dirty="0"/>
              <a:t> 직업을 </a:t>
            </a:r>
            <a:r>
              <a:rPr lang="ko-KR" altLang="en-US"/>
              <a:t>표준 기술하며</a:t>
            </a:r>
            <a:r>
              <a:rPr lang="en-US" altLang="ko-KR"/>
              <a:t>, </a:t>
            </a:r>
            <a:r>
              <a:rPr lang="en-US" altLang="ko-KR" dirty="0"/>
              <a:t>4</a:t>
            </a:r>
            <a:r>
              <a:rPr lang="ko-KR" altLang="en-US" dirty="0"/>
              <a:t>계층 </a:t>
            </a:r>
            <a:r>
              <a:rPr lang="ko-KR" altLang="en-US"/>
              <a:t>직무활동 체계</a:t>
            </a:r>
            <a:r>
              <a:rPr lang="en-US" altLang="ko-KR"/>
              <a:t>(</a:t>
            </a:r>
            <a:r>
              <a:rPr lang="en-US" altLang="ko-KR" dirty="0" err="1"/>
              <a:t>GWA·IWA·DWA</a:t>
            </a:r>
            <a:r>
              <a:rPr lang="en-US" altLang="ko-KR" err="1"/>
              <a:t>·</a:t>
            </a:r>
            <a:r>
              <a:rPr lang="en-US" altLang="ko-KR"/>
              <a:t>Task</a:t>
            </a:r>
            <a:r>
              <a:rPr lang="en-US" altLang="ko-KR" dirty="0"/>
              <a:t>)</a:t>
            </a:r>
            <a:r>
              <a:rPr lang="ko-KR" altLang="en-US" dirty="0"/>
              <a:t>를 통해 직업 </a:t>
            </a:r>
            <a:r>
              <a:rPr lang="ko-KR" altLang="en-US"/>
              <a:t>간 비교</a:t>
            </a:r>
            <a:r>
              <a:rPr lang="en-US" altLang="ko-KR" dirty="0"/>
              <a:t>·</a:t>
            </a:r>
            <a:r>
              <a:rPr lang="ko-KR" altLang="en-US" dirty="0"/>
              <a:t>분석의 정량 </a:t>
            </a:r>
            <a:r>
              <a:rPr lang="ko-KR" altLang="en-US"/>
              <a:t>데이터를 제공함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084DFDF-A07E-2FB8-14D1-89A89F1B6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860588"/>
              </p:ext>
            </p:extLst>
          </p:nvPr>
        </p:nvGraphicFramePr>
        <p:xfrm>
          <a:off x="243783" y="2722814"/>
          <a:ext cx="4817167" cy="3737230"/>
        </p:xfrm>
        <a:graphic>
          <a:graphicData uri="http://schemas.openxmlformats.org/drawingml/2006/table">
            <a:tbl>
              <a:tblPr/>
              <a:tblGrid>
                <a:gridCol w="1498913">
                  <a:extLst>
                    <a:ext uri="{9D8B030D-6E8A-4147-A177-3AD203B41FA5}">
                      <a16:colId xmlns:a16="http://schemas.microsoft.com/office/drawing/2014/main" val="2846954575"/>
                    </a:ext>
                  </a:extLst>
                </a:gridCol>
                <a:gridCol w="2042382">
                  <a:extLst>
                    <a:ext uri="{9D8B030D-6E8A-4147-A177-3AD203B41FA5}">
                      <a16:colId xmlns:a16="http://schemas.microsoft.com/office/drawing/2014/main" val="2998932753"/>
                    </a:ext>
                  </a:extLst>
                </a:gridCol>
                <a:gridCol w="1275872">
                  <a:extLst>
                    <a:ext uri="{9D8B030D-6E8A-4147-A177-3AD203B41FA5}">
                      <a16:colId xmlns:a16="http://schemas.microsoft.com/office/drawing/2014/main" val="3986714810"/>
                    </a:ext>
                  </a:extLst>
                </a:gridCol>
              </a:tblGrid>
              <a:tr h="22782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영역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133781"/>
                  </a:ext>
                </a:extLst>
              </a:tr>
              <a:tr h="591914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① 근로자 특성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(Worker Characteristics)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능력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(Abilities) 52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직업적 관심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(RIASEC) 6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유형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가치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(Work Values) </a:t>
                      </a: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 스타일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(Work Styles)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안정적 속성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누구인가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”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647620"/>
                  </a:ext>
                </a:extLst>
              </a:tr>
              <a:tr h="461102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② 근로자 요구사항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(Worker Requirements)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기술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(Skills) 25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지식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(Knowledge) 33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 분야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교육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(Education)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습득 가능한 개발 요건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무엇을 알아야 하나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”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982831"/>
                  </a:ext>
                </a:extLst>
              </a:tr>
              <a:tr h="591914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③ 경력 요구사항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(Experience Requirements)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 경험 및 교육훈련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(Experience and Training)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입직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요건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(Entry Requirements) </a:t>
                      </a: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자격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(Licensing)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진입 자격 요건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무엇이 필요한가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”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058987"/>
                  </a:ext>
                </a:extLst>
              </a:tr>
              <a:tr h="630492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④ 직업 요구사항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(Occupational Requirements)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업무활동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(GWA 41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세부업무활동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(DWA ~2,000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업무구성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(Work Context)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교차직업 활동의 위계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어떤 일을 공통적으로 하는가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”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034631"/>
                  </a:ext>
                </a:extLst>
              </a:tr>
              <a:tr h="591914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⑤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직업특정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정보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(Occupation-Specific Information)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 개요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(Description)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과업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(Tasks, 18,796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기술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(Technology Skills)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장비 및 도구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(Tools)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직업별 고유 구체 과업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이 직업만의 구체적 과업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”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015895"/>
                  </a:ext>
                </a:extLst>
              </a:tr>
              <a:tr h="475637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⑥ 인력 특성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(Workforce Characteristics)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노동시장 정보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(Labor Market Information</a:t>
                      </a:r>
                    </a:p>
                    <a:p>
                      <a:pPr marL="171450" lvl="0" indent="-171450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전망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(Occupational Outlook)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외부 환경 및 전망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lvl="0" indent="0" algn="ctr" fontAlgn="base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시장은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어떤가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”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288319"/>
                  </a:ext>
                </a:extLst>
              </a:tr>
            </a:tbl>
          </a:graphicData>
        </a:graphic>
      </p:graphicFrame>
      <p:sp>
        <p:nvSpPr>
          <p:cNvPr id="10" name="TextBox 246">
            <a:extLst>
              <a:ext uri="{FF2B5EF4-FFF2-40B4-BE49-F238E27FC236}">
                <a16:creationId xmlns:a16="http://schemas.microsoft.com/office/drawing/2014/main" id="{7906C4F0-01D7-D17E-846A-1229D3C189C0}"/>
              </a:ext>
            </a:extLst>
          </p:cNvPr>
          <p:cNvSpPr txBox="1"/>
          <p:nvPr/>
        </p:nvSpPr>
        <p:spPr>
          <a:xfrm>
            <a:off x="243780" y="2012442"/>
            <a:ext cx="4817167" cy="576262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▶ 콘텐츠 모델 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6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대 영역</a:t>
            </a:r>
            <a:endParaRPr lang="en-US" altLang="ko-KR" sz="12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  <a:p>
            <a:pPr latinLnBrk="0"/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 - 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직업별 직업정보를 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6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대 영역으로 구조화하고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직업을 기술하는 표준 </a:t>
            </a:r>
            <a:r>
              <a:rPr lang="ko-KR" altLang="en-US" sz="1200" dirty="0" err="1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디스크립터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(Content Model Descriptors) 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약 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277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개를 통해 직업정보를 관리하고 있음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  <p:sp>
        <p:nvSpPr>
          <p:cNvPr id="11" name="TextBox 246">
            <a:extLst>
              <a:ext uri="{FF2B5EF4-FFF2-40B4-BE49-F238E27FC236}">
                <a16:creationId xmlns:a16="http://schemas.microsoft.com/office/drawing/2014/main" id="{E2796526-7EBF-5C84-5573-F6884D74038B}"/>
              </a:ext>
            </a:extLst>
          </p:cNvPr>
          <p:cNvSpPr txBox="1"/>
          <p:nvPr/>
        </p:nvSpPr>
        <p:spPr>
          <a:xfrm>
            <a:off x="5958841" y="2012442"/>
            <a:ext cx="3674110" cy="576262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▶ 업무활동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(Activity) 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계층 구조</a:t>
            </a:r>
            <a:endParaRPr lang="en-US" altLang="ko-KR" sz="12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  <a:p>
            <a:pPr latinLnBrk="0"/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 - 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업무활동에 관한 직업정보는 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4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단계로 계층화 하여 관리하고 있으며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이는 콘텐츠 모델 ④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, ⑤</a:t>
            </a:r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에 포함됨</a:t>
            </a:r>
            <a:r>
              <a:rPr lang="en-US" altLang="ko-KR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4FAD1C5-1EBA-089A-F6B7-01E36F2E8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563759"/>
              </p:ext>
            </p:extLst>
          </p:nvPr>
        </p:nvGraphicFramePr>
        <p:xfrm>
          <a:off x="5958840" y="2722813"/>
          <a:ext cx="3674111" cy="3730373"/>
        </p:xfrm>
        <a:graphic>
          <a:graphicData uri="http://schemas.openxmlformats.org/drawingml/2006/table">
            <a:tbl>
              <a:tblPr/>
              <a:tblGrid>
                <a:gridCol w="1375094">
                  <a:extLst>
                    <a:ext uri="{9D8B030D-6E8A-4147-A177-3AD203B41FA5}">
                      <a16:colId xmlns:a16="http://schemas.microsoft.com/office/drawing/2014/main" val="2846954575"/>
                    </a:ext>
                  </a:extLst>
                </a:gridCol>
                <a:gridCol w="682005">
                  <a:extLst>
                    <a:ext uri="{9D8B030D-6E8A-4147-A177-3AD203B41FA5}">
                      <a16:colId xmlns:a16="http://schemas.microsoft.com/office/drawing/2014/main" val="2998932753"/>
                    </a:ext>
                  </a:extLst>
                </a:gridCol>
                <a:gridCol w="808506">
                  <a:extLst>
                    <a:ext uri="{9D8B030D-6E8A-4147-A177-3AD203B41FA5}">
                      <a16:colId xmlns:a16="http://schemas.microsoft.com/office/drawing/2014/main" val="3986714810"/>
                    </a:ext>
                  </a:extLst>
                </a:gridCol>
                <a:gridCol w="808506">
                  <a:extLst>
                    <a:ext uri="{9D8B030D-6E8A-4147-A177-3AD203B41FA5}">
                      <a16:colId xmlns:a16="http://schemas.microsoft.com/office/drawing/2014/main" val="511806193"/>
                    </a:ext>
                  </a:extLst>
                </a:gridCol>
              </a:tblGrid>
              <a:tr h="220566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계층</a:t>
                      </a:r>
                    </a:p>
                  </a:txBody>
                  <a:tcPr marL="30665" marR="30665" marT="22999" marB="22999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개수</a:t>
                      </a:r>
                    </a:p>
                  </a:txBody>
                  <a:tcPr marL="30665" marR="30665" marT="22999" marB="22999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정의</a:t>
                      </a:r>
                    </a:p>
                  </a:txBody>
                  <a:tcPr marL="30665" marR="30665" marT="22999" marB="22999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측정값</a:t>
                      </a:r>
                    </a:p>
                  </a:txBody>
                  <a:tcPr marL="30665" marR="30665" marT="22999" marB="22999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133781"/>
                  </a:ext>
                </a:extLst>
              </a:tr>
              <a:tr h="903930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GWA </a:t>
                      </a:r>
                    </a:p>
                    <a:p>
                      <a:pPr algn="ctr" fontAlgn="t" latinLnBrk="0">
                        <a:buNone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(Generalized Work Activities)</a:t>
                      </a: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41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모든 직업에 공통적인 최상위 추상 활동</a:t>
                      </a: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수준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algn="ctr" fontAlgn="t" latinLnBrk="0"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+</a:t>
                      </a:r>
                    </a:p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중요도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647620"/>
                  </a:ext>
                </a:extLst>
              </a:tr>
              <a:tr h="903930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IWA </a:t>
                      </a:r>
                    </a:p>
                    <a:p>
                      <a:pPr algn="ctr" fontAlgn="t" latinLnBrk="0">
                        <a:buNone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(Intermediate Work Activities)</a:t>
                      </a: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325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GWA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와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DWA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사이의 의미적 중간 군집</a:t>
                      </a: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분류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단위로만 활용</a:t>
                      </a: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982831"/>
                  </a:ext>
                </a:extLst>
              </a:tr>
              <a:tr h="903930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DWA </a:t>
                      </a:r>
                    </a:p>
                    <a:p>
                      <a:pPr algn="ctr" fontAlgn="t" latinLnBrk="0">
                        <a:buNone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(Detailed Work Activities)</a:t>
                      </a: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2,000+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간 공유 가능한 세부 활동</a:t>
                      </a: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분류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단위로만 활용</a:t>
                      </a: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058987"/>
                  </a:ext>
                </a:extLst>
              </a:tr>
              <a:tr h="798017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Task</a:t>
                      </a: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19,000+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특정 직업 고유의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SME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작성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진술문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중요도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algn="ctr" fontAlgn="t" latinLnBrk="0"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+</a:t>
                      </a:r>
                    </a:p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관련성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algn="ctr" fontAlgn="t" latinLnBrk="0"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+</a:t>
                      </a:r>
                    </a:p>
                    <a:p>
                      <a:pPr algn="ctr" fontAlgn="t" latinLnBrk="0"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빈도</a:t>
                      </a:r>
                    </a:p>
                  </a:txBody>
                  <a:tcPr marL="30665" marR="30665" marT="22999" marB="2299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034631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E470F0B6-B639-83E3-D89F-1D33848F176E}"/>
              </a:ext>
            </a:extLst>
          </p:cNvPr>
          <p:cNvSpPr/>
          <p:nvPr/>
        </p:nvSpPr>
        <p:spPr>
          <a:xfrm>
            <a:off x="236538" y="4640580"/>
            <a:ext cx="4817166" cy="670560"/>
          </a:xfrm>
          <a:prstGeom prst="rect">
            <a:avLst/>
          </a:prstGeom>
          <a:solidFill>
            <a:schemeClr val="accent2">
              <a:lumMod val="20000"/>
              <a:lumOff val="80000"/>
              <a:alpha val="1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9EB63F8-7F02-1AE3-6272-475115FF0759}"/>
              </a:ext>
            </a:extLst>
          </p:cNvPr>
          <p:cNvSpPr/>
          <p:nvPr/>
        </p:nvSpPr>
        <p:spPr>
          <a:xfrm>
            <a:off x="5951594" y="2948940"/>
            <a:ext cx="3674110" cy="2697480"/>
          </a:xfrm>
          <a:prstGeom prst="rect">
            <a:avLst/>
          </a:prstGeom>
          <a:solidFill>
            <a:schemeClr val="accent2">
              <a:lumMod val="20000"/>
              <a:lumOff val="80000"/>
              <a:alpha val="1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7192B0-B3DD-AC21-0BC2-DB8632F476F0}"/>
              </a:ext>
            </a:extLst>
          </p:cNvPr>
          <p:cNvSpPr/>
          <p:nvPr/>
        </p:nvSpPr>
        <p:spPr>
          <a:xfrm>
            <a:off x="236538" y="5326380"/>
            <a:ext cx="4817166" cy="609600"/>
          </a:xfrm>
          <a:prstGeom prst="rect">
            <a:avLst/>
          </a:prstGeom>
          <a:solidFill>
            <a:schemeClr val="accent3">
              <a:lumMod val="20000"/>
              <a:lumOff val="80000"/>
              <a:alpha val="1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46CF45-30A4-00FF-D344-881178776FEF}"/>
              </a:ext>
            </a:extLst>
          </p:cNvPr>
          <p:cNvSpPr/>
          <p:nvPr/>
        </p:nvSpPr>
        <p:spPr>
          <a:xfrm>
            <a:off x="5951595" y="5661659"/>
            <a:ext cx="3681356" cy="791527"/>
          </a:xfrm>
          <a:prstGeom prst="rect">
            <a:avLst/>
          </a:prstGeom>
          <a:solidFill>
            <a:schemeClr val="accent3">
              <a:lumMod val="20000"/>
              <a:lumOff val="80000"/>
              <a:alpha val="1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B4BF837-DFB1-397F-207F-BE4E988142C2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5053704" y="4297680"/>
            <a:ext cx="897890" cy="6781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562BEB8-90C3-134A-3EA6-31ECC81054F5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5053704" y="5631180"/>
            <a:ext cx="897891" cy="42624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545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88E0E-375F-3248-B1C1-D70A1FDDB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99F501F-02E8-E9F6-E640-C3CAFD4AE011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1D3F0C-4DCC-4DDB-7935-FB9E079A7F7C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541F531-4866-A7F1-E546-9E106E044B6C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E6B3A53-15D8-BB80-DAEC-7599A129363E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32CDAA5-3371-46F5-E987-D548D9D3053B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EC3F75D-0D46-4AC0-1E5E-C660BC16ACC4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1FB643E-EDEF-AEF4-173A-FB7E34F5B737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CEEA0E5-7297-BC66-D187-EE0FAB9D7407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76F60D2-468E-4DB1-11B4-44EBA708C6CB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EF984BD-B759-C55A-9924-238B039D6656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2EFF39-74D0-E92E-0CDB-86175897A473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국내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외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분석</a:t>
            </a:r>
          </a:p>
        </p:txBody>
      </p:sp>
      <p:sp>
        <p:nvSpPr>
          <p:cNvPr id="5" name="텍스트 개체 틀 1">
            <a:extLst>
              <a:ext uri="{FF2B5EF4-FFF2-40B4-BE49-F238E27FC236}">
                <a16:creationId xmlns:a16="http://schemas.microsoft.com/office/drawing/2014/main" id="{C269EFFC-0626-A61F-AB58-20B88D3FC076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미국 </a:t>
            </a:r>
            <a:r>
              <a:rPr lang="ko-KR" altLang="en-US"/>
              <a:t>직업 분류</a:t>
            </a:r>
            <a:r>
              <a:rPr lang="en-US" altLang="ko-KR"/>
              <a:t>·</a:t>
            </a:r>
            <a:r>
              <a:rPr lang="ko-KR" altLang="en-US"/>
              <a:t>정보</a:t>
            </a:r>
            <a:r>
              <a:rPr lang="en-US" altLang="ko-KR" dirty="0"/>
              <a:t> </a:t>
            </a:r>
            <a:r>
              <a:rPr lang="ko-KR" altLang="en-US" dirty="0"/>
              <a:t>체계의 본질은 </a:t>
            </a:r>
            <a:r>
              <a:rPr lang="ko-KR" altLang="en-US"/>
              <a:t>통계 분류</a:t>
            </a:r>
            <a:r>
              <a:rPr lang="en-US" altLang="ko-KR" dirty="0"/>
              <a:t>(SOC)</a:t>
            </a:r>
            <a:r>
              <a:rPr lang="ko-KR" altLang="en-US"/>
              <a:t>와 직업정보</a:t>
            </a:r>
            <a:r>
              <a:rPr lang="en-US" altLang="ko-KR" dirty="0"/>
              <a:t>(O*NET-SOC)</a:t>
            </a:r>
            <a:r>
              <a:rPr lang="ko-KR" altLang="en-US"/>
              <a:t>를 분리하되</a:t>
            </a:r>
            <a:r>
              <a:rPr lang="en-US" altLang="ko-KR" dirty="0"/>
              <a:t>, </a:t>
            </a:r>
            <a:r>
              <a:rPr lang="ko-KR" altLang="en-US" dirty="0"/>
              <a:t>서로 간에 개정에 영향을 주는 양방향 구조를 </a:t>
            </a:r>
            <a:r>
              <a:rPr lang="ko-KR" altLang="en-US"/>
              <a:t>갖추고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D7B0475-86D9-588E-B2E7-C3EA2A2B5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043502"/>
              </p:ext>
            </p:extLst>
          </p:nvPr>
        </p:nvGraphicFramePr>
        <p:xfrm>
          <a:off x="236538" y="2276474"/>
          <a:ext cx="4608511" cy="4176710"/>
        </p:xfrm>
        <a:graphic>
          <a:graphicData uri="http://schemas.openxmlformats.org/drawingml/2006/table">
            <a:tbl>
              <a:tblPr/>
              <a:tblGrid>
                <a:gridCol w="766161">
                  <a:extLst>
                    <a:ext uri="{9D8B030D-6E8A-4147-A177-3AD203B41FA5}">
                      <a16:colId xmlns:a16="http://schemas.microsoft.com/office/drawing/2014/main" val="782386489"/>
                    </a:ext>
                  </a:extLst>
                </a:gridCol>
                <a:gridCol w="1921175">
                  <a:extLst>
                    <a:ext uri="{9D8B030D-6E8A-4147-A177-3AD203B41FA5}">
                      <a16:colId xmlns:a16="http://schemas.microsoft.com/office/drawing/2014/main" val="3248841406"/>
                    </a:ext>
                  </a:extLst>
                </a:gridCol>
                <a:gridCol w="1921175">
                  <a:extLst>
                    <a:ext uri="{9D8B030D-6E8A-4147-A177-3AD203B41FA5}">
                      <a16:colId xmlns:a16="http://schemas.microsoft.com/office/drawing/2014/main" val="234930773"/>
                    </a:ext>
                  </a:extLst>
                </a:gridCol>
              </a:tblGrid>
              <a:tr h="4945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SOC 2018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O*NET-SOC 2019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9728"/>
                  </a:ext>
                </a:extLst>
              </a:tr>
              <a:tr h="8521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관리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OMB · BLS · SOCPC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DOL ETA · National Center for O*NET Development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62959"/>
                  </a:ext>
                </a:extLst>
              </a:tr>
              <a:tr h="4945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법적 위상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연방 통계 표준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SOC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산하 운영 분류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927144"/>
                  </a:ext>
                </a:extLst>
              </a:tr>
              <a:tr h="4945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목적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통계 작성</a:t>
                      </a: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집계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데이터 측정값 보유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795574"/>
                  </a:ext>
                </a:extLst>
              </a:tr>
              <a:tr h="4945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수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867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1,016 (923 data-level)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022289"/>
                  </a:ext>
                </a:extLst>
              </a:tr>
              <a:tr h="4945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코드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1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6</a:t>
                      </a: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8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자리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(.</a:t>
                      </a: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XX)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674099"/>
                  </a:ext>
                </a:extLst>
              </a:tr>
              <a:tr h="8521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개정 주기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약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년 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(2010 → 2018 → 2028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예정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SOC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따라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+ 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분기 부분 갱신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21479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6D5EE28-7788-B65D-BBDF-64462BA41983}"/>
              </a:ext>
            </a:extLst>
          </p:cNvPr>
          <p:cNvSpPr txBox="1"/>
          <p:nvPr/>
        </p:nvSpPr>
        <p:spPr>
          <a:xfrm>
            <a:off x="5060950" y="2276476"/>
            <a:ext cx="4572000" cy="289790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미국 </a:t>
            </a: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SOC(</a:t>
            </a:r>
            <a:r>
              <a:rPr lang="ko-KR" altLang="en-US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표준직업분류</a:t>
            </a: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  <a:r>
              <a:rPr lang="ko-KR" altLang="en-US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개정 절차</a:t>
            </a:r>
            <a:endParaRPr lang="en-US" altLang="ko-KR" sz="1200" kern="0" spc="-41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8AF556-4A1D-FB51-2FEF-59063216D155}"/>
              </a:ext>
            </a:extLst>
          </p:cNvPr>
          <p:cNvSpPr txBox="1"/>
          <p:nvPr/>
        </p:nvSpPr>
        <p:spPr>
          <a:xfrm>
            <a:off x="5060950" y="4555747"/>
            <a:ext cx="4572000" cy="289790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SOC  - O*NET </a:t>
            </a:r>
            <a:r>
              <a:rPr lang="ko-KR" altLang="en-US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개정 양방향 구조</a:t>
            </a:r>
            <a:endParaRPr lang="en-US" altLang="ko-KR" sz="1200" kern="0" spc="-41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B1290E-1E8D-41BF-E9F1-679D615BC8B2}"/>
              </a:ext>
            </a:extLst>
          </p:cNvPr>
          <p:cNvSpPr txBox="1"/>
          <p:nvPr/>
        </p:nvSpPr>
        <p:spPr>
          <a:xfrm>
            <a:off x="5060950" y="2649566"/>
            <a:ext cx="4572000" cy="1358554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Federal Register 1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차 공고 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검토 시작 발표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SOCPC 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위원회 심의 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+ 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공공 의견 수렴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Federal Register 2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차 공고 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잠정 구조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·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정의 공개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공공 의견 추가 수렴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Federal Register 3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차 공고 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최종 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SOC 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확정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통계 데이터 적용 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(1~2</a:t>
            </a:r>
            <a:r>
              <a:rPr lang="ko-KR" altLang="en-US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년 후</a:t>
            </a:r>
            <a:r>
              <a:rPr lang="en-US" altLang="ko-KR" b="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666AF0-BF2A-732B-238C-F57CE2DA2195}"/>
              </a:ext>
            </a:extLst>
          </p:cNvPr>
          <p:cNvSpPr txBox="1"/>
          <p:nvPr/>
        </p:nvSpPr>
        <p:spPr>
          <a:xfrm>
            <a:off x="5060950" y="4914506"/>
            <a:ext cx="4572000" cy="1554874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228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1" sz="110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dirty="0"/>
              <a:t>*N&amp;E </a:t>
            </a:r>
            <a:r>
              <a:rPr lang="ko-KR" altLang="en-US" dirty="0"/>
              <a:t>신생 직업 식별 → </a:t>
            </a:r>
            <a:r>
              <a:rPr lang="en-US" altLang="ko-KR" dirty="0"/>
              <a:t>SOC </a:t>
            </a:r>
            <a:r>
              <a:rPr lang="ko-KR" altLang="en-US" dirty="0"/>
              <a:t>개정 시 신규 직업 후보로 제안</a:t>
            </a:r>
          </a:p>
          <a:p>
            <a:r>
              <a:rPr lang="en-US" altLang="ko-KR" dirty="0"/>
              <a:t>**OCA </a:t>
            </a:r>
            <a:r>
              <a:rPr lang="ko-KR" altLang="en-US" dirty="0"/>
              <a:t>누적 </a:t>
            </a:r>
            <a:r>
              <a:rPr lang="ko-KR" altLang="en-US" dirty="0" err="1"/>
              <a:t>미매칭</a:t>
            </a:r>
            <a:r>
              <a:rPr lang="ko-KR" altLang="en-US" dirty="0"/>
              <a:t> 사례 → </a:t>
            </a:r>
            <a:r>
              <a:rPr lang="en-US" altLang="ko-KR" dirty="0"/>
              <a:t>SOC </a:t>
            </a:r>
            <a:r>
              <a:rPr lang="ko-KR" altLang="en-US" dirty="0"/>
              <a:t>개정 의제로 이관</a:t>
            </a:r>
          </a:p>
          <a:p>
            <a:r>
              <a:rPr lang="ko-KR" altLang="en-US" dirty="0"/>
              <a:t>콘텐츠 모델 데이터 → 직업 정의 정밀화</a:t>
            </a:r>
            <a:r>
              <a:rPr lang="en-US" altLang="ko-KR" dirty="0"/>
              <a:t>·</a:t>
            </a:r>
            <a:r>
              <a:rPr lang="ko-KR" altLang="en-US" dirty="0"/>
              <a:t>중복</a:t>
            </a:r>
            <a:r>
              <a:rPr lang="en-US" altLang="ko-KR" dirty="0"/>
              <a:t>·</a:t>
            </a:r>
            <a:r>
              <a:rPr lang="ko-KR" altLang="en-US" dirty="0"/>
              <a:t>공백 발견의 근거 자료</a:t>
            </a:r>
          </a:p>
          <a:p>
            <a:r>
              <a:rPr lang="ko-KR" altLang="en-US" dirty="0"/>
              <a:t>분기 릴리즈 → 노동시장 변화 신호를 통계 기관에 정기 공급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1000" dirty="0"/>
              <a:t>* N&amp;E : </a:t>
            </a:r>
            <a:r>
              <a:rPr lang="ko-KR" altLang="en-US" sz="1000" dirty="0"/>
              <a:t>고성장 및 신규 산업 등 신규 직업 식별</a:t>
            </a:r>
            <a:r>
              <a:rPr lang="en-US" altLang="ko-KR" sz="1000" dirty="0"/>
              <a:t>·</a:t>
            </a:r>
            <a:r>
              <a:rPr lang="ko-KR" altLang="en-US" sz="1000" dirty="0"/>
              <a:t>등재</a:t>
            </a:r>
            <a:r>
              <a:rPr lang="en-US" altLang="ko-KR" sz="1000" dirty="0"/>
              <a:t> </a:t>
            </a:r>
            <a:r>
              <a:rPr lang="ko-KR" altLang="en-US" sz="1000" dirty="0"/>
              <a:t>절차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** OCA : </a:t>
            </a:r>
            <a:r>
              <a:rPr lang="ko-KR" altLang="en-US" sz="1000" dirty="0"/>
              <a:t>사용자</a:t>
            </a:r>
            <a:r>
              <a:rPr lang="en-US" altLang="ko-KR" sz="1000" dirty="0"/>
              <a:t>(</a:t>
            </a:r>
            <a:r>
              <a:rPr lang="ko-KR" altLang="en-US" sz="1000" dirty="0"/>
              <a:t>기업</a:t>
            </a:r>
            <a:r>
              <a:rPr lang="en-US" altLang="ko-KR" sz="1000" dirty="0"/>
              <a:t>·</a:t>
            </a:r>
            <a:r>
              <a:rPr lang="ko-KR" altLang="en-US" sz="1000" dirty="0"/>
              <a:t>기관</a:t>
            </a:r>
            <a:r>
              <a:rPr lang="en-US" altLang="ko-KR" sz="1000" dirty="0"/>
              <a:t>·</a:t>
            </a:r>
            <a:r>
              <a:rPr lang="ko-KR" altLang="en-US" sz="1000" dirty="0"/>
              <a:t>연구자</a:t>
            </a:r>
            <a:r>
              <a:rPr lang="en-US" altLang="ko-KR" sz="1000" dirty="0"/>
              <a:t>)</a:t>
            </a:r>
            <a:r>
              <a:rPr lang="ko-KR" altLang="en-US" sz="1000" dirty="0"/>
              <a:t>가 직무 정보를 제공해 직업 개정을 요청하는 절차</a:t>
            </a:r>
          </a:p>
        </p:txBody>
      </p:sp>
      <p:sp>
        <p:nvSpPr>
          <p:cNvPr id="20" name="TextBox 246">
            <a:extLst>
              <a:ext uri="{FF2B5EF4-FFF2-40B4-BE49-F238E27FC236}">
                <a16:creationId xmlns:a16="http://schemas.microsoft.com/office/drawing/2014/main" id="{F0B12E15-A7CD-281B-FBA6-4A5587A78B85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미국 직업 분류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정보 체계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FD15955-C4F4-AC38-4846-E3E0D50C3D1D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46">
            <a:extLst>
              <a:ext uri="{FF2B5EF4-FFF2-40B4-BE49-F238E27FC236}">
                <a16:creationId xmlns:a16="http://schemas.microsoft.com/office/drawing/2014/main" id="{2B824021-54C7-1388-07CA-58ACEE0228E0}"/>
              </a:ext>
            </a:extLst>
          </p:cNvPr>
          <p:cNvSpPr txBox="1"/>
          <p:nvPr/>
        </p:nvSpPr>
        <p:spPr>
          <a:xfrm>
            <a:off x="5086229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미국 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SOC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개정 절차 및 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SOC - O*NET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양방향 구조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9B9F2FE-A5D3-DD75-EF36-CF936CEDB319}"/>
              </a:ext>
            </a:extLst>
          </p:cNvPr>
          <p:cNvCxnSpPr>
            <a:cxnSpLocks/>
          </p:cNvCxnSpPr>
          <p:nvPr/>
        </p:nvCxnSpPr>
        <p:spPr>
          <a:xfrm>
            <a:off x="5086229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614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12ED1-8C20-63C7-E5EB-4F9874B40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BE7916B-E309-7E79-413E-C40D5D63D6F4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C2CB9F-FBCB-C780-2A9F-20AC4B47D344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88BD33C-3C7E-1AA9-60D9-9475D287ABF2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81DE168-9529-FEC9-BE2B-D73D21F5F24B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A4B119D-69F9-32AD-E334-429DC8D3E843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BEA95D0-A43C-1E43-5242-14DAA2551C7B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2F5EFA0-C8E5-A540-9359-783D97D1FDD7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9758EA8-4CFE-8847-8113-23B97E17A3D0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B1DBA2C-A055-181A-569B-2FAC65286614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695F498-D08D-9FC0-6F4C-54E3E7616CA9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8A8487-8983-374C-28A7-19C6DC617C6D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프레임워크 설계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09E89A6-2F07-758B-3C50-AE9691168674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한국형 직업정보 프레임워크는 직업의 </a:t>
            </a:r>
            <a:r>
              <a:rPr lang="ko-KR" altLang="en-US"/>
              <a:t>수행 내용</a:t>
            </a:r>
            <a:r>
              <a:rPr lang="en-US" altLang="ko-KR"/>
              <a:t>·</a:t>
            </a:r>
            <a:r>
              <a:rPr lang="ko-KR" altLang="en-US"/>
              <a:t>요건</a:t>
            </a:r>
            <a:r>
              <a:rPr lang="en-US" altLang="ko-KR" dirty="0"/>
              <a:t>·</a:t>
            </a:r>
            <a:r>
              <a:rPr lang="ko-KR" altLang="en-US"/>
              <a:t>맥락을 </a:t>
            </a:r>
            <a:r>
              <a:rPr lang="en-US" altLang="ko-KR" dirty="0"/>
              <a:t>3</a:t>
            </a:r>
            <a:r>
              <a:rPr lang="ko-KR" altLang="en-US"/>
              <a:t>대 영역</a:t>
            </a:r>
            <a:r>
              <a:rPr lang="en-US" altLang="ko-KR" dirty="0"/>
              <a:t>(Domain)</a:t>
            </a:r>
            <a:r>
              <a:rPr lang="ko-KR" altLang="en-US"/>
              <a:t>으로 구조화하고</a:t>
            </a:r>
            <a:r>
              <a:rPr lang="en-US" altLang="ko-KR" dirty="0"/>
              <a:t>, ISCO-28 SLF 4</a:t>
            </a:r>
            <a:r>
              <a:rPr lang="ko-KR" altLang="en-US" dirty="0"/>
              <a:t>요소를 수용할 수 </a:t>
            </a:r>
            <a:r>
              <a:rPr lang="ko-KR" altLang="en-US"/>
              <a:t>있도록 설계하였으며</a:t>
            </a:r>
            <a:r>
              <a:rPr lang="en-US" altLang="ko-KR" dirty="0"/>
              <a:t>, </a:t>
            </a:r>
            <a:r>
              <a:rPr lang="ko-KR" altLang="en-US" dirty="0"/>
              <a:t>발주기관 및 전문가 자문을 </a:t>
            </a:r>
            <a:r>
              <a:rPr lang="ko-KR" altLang="en-US"/>
              <a:t>통해 보완</a:t>
            </a:r>
            <a:r>
              <a:rPr lang="en-US" altLang="ko-KR" dirty="0"/>
              <a:t>·</a:t>
            </a:r>
            <a:r>
              <a:rPr lang="ko-KR" altLang="en-US"/>
              <a:t>확정할 계획임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246">
            <a:extLst>
              <a:ext uri="{FF2B5EF4-FFF2-40B4-BE49-F238E27FC236}">
                <a16:creationId xmlns:a16="http://schemas.microsoft.com/office/drawing/2014/main" id="{7594290F-0C65-60E9-8A6B-990CBC86C966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직업정보 프레임워크 설계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안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304E4AB-1294-9B01-5EEC-191D4755019F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A01AB8B-4BC3-589C-4687-ED405B272946}"/>
              </a:ext>
            </a:extLst>
          </p:cNvPr>
          <p:cNvSpPr txBox="1"/>
          <p:nvPr/>
        </p:nvSpPr>
        <p:spPr>
          <a:xfrm>
            <a:off x="232843" y="3053714"/>
            <a:ext cx="1442132" cy="207467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defRPr/>
            </a:pPr>
            <a:r>
              <a:rPr lang="ko-KR" altLang="en-US" sz="10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영역</a:t>
            </a:r>
            <a:endParaRPr lang="en-US" altLang="ko-KR" sz="105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D68A72-FABB-BD0A-E695-11F04F0B94B0}"/>
              </a:ext>
            </a:extLst>
          </p:cNvPr>
          <p:cNvSpPr txBox="1"/>
          <p:nvPr/>
        </p:nvSpPr>
        <p:spPr>
          <a:xfrm>
            <a:off x="1787539" y="3053714"/>
            <a:ext cx="1445681" cy="207467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defRPr/>
            </a:pPr>
            <a:r>
              <a:rPr lang="ko-KR" altLang="en-US" sz="10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구성요소</a:t>
            </a:r>
            <a:endParaRPr lang="en-US" altLang="ko-KR" sz="105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DC641D-09BE-0797-D379-CA9D74B5080B}"/>
              </a:ext>
            </a:extLst>
          </p:cNvPr>
          <p:cNvSpPr txBox="1"/>
          <p:nvPr/>
        </p:nvSpPr>
        <p:spPr>
          <a:xfrm>
            <a:off x="3399367" y="3053714"/>
            <a:ext cx="1445681" cy="207467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defRPr/>
            </a:pPr>
            <a:r>
              <a:rPr lang="en-US" altLang="ko-KR" sz="10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ISCO-28 SLF </a:t>
            </a:r>
            <a:r>
              <a:rPr lang="ko-KR" altLang="en-US" sz="10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매핑</a:t>
            </a:r>
            <a:endParaRPr lang="en-US" altLang="ko-KR" sz="105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7825CD7-98E4-5109-9BD3-D92A04B87878}"/>
              </a:ext>
            </a:extLst>
          </p:cNvPr>
          <p:cNvSpPr txBox="1"/>
          <p:nvPr/>
        </p:nvSpPr>
        <p:spPr>
          <a:xfrm>
            <a:off x="5011195" y="3053714"/>
            <a:ext cx="4621755" cy="207467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defRPr/>
            </a:pPr>
            <a:r>
              <a:rPr lang="ko-KR" altLang="en-US" sz="10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설계 방향</a:t>
            </a:r>
            <a:endParaRPr lang="en-US" altLang="ko-KR" sz="105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739C7D-B39A-CD42-DD86-F6B73AED5D17}"/>
              </a:ext>
            </a:extLst>
          </p:cNvPr>
          <p:cNvSpPr txBox="1"/>
          <p:nvPr/>
        </p:nvSpPr>
        <p:spPr>
          <a:xfrm>
            <a:off x="243780" y="2727185"/>
            <a:ext cx="9389170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직업정보 구성요소 설계</a:t>
            </a:r>
            <a:r>
              <a:rPr lang="en-US" altLang="ko-KR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안</a:t>
            </a:r>
            <a:r>
              <a:rPr lang="en-US" altLang="ko-KR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4BC5CF-1C36-EFFF-8084-D19A04C31603}"/>
              </a:ext>
            </a:extLst>
          </p:cNvPr>
          <p:cNvSpPr txBox="1"/>
          <p:nvPr/>
        </p:nvSpPr>
        <p:spPr>
          <a:xfrm>
            <a:off x="243782" y="2094374"/>
            <a:ext cx="1120198" cy="576262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직업 분류 및 정의</a:t>
            </a:r>
            <a:endParaRPr lang="en-US" altLang="ko-KR" sz="11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23AEC1-191E-A4A3-C9F4-D6ADA68FBF8E}"/>
              </a:ext>
            </a:extLst>
          </p:cNvPr>
          <p:cNvSpPr txBox="1"/>
          <p:nvPr/>
        </p:nvSpPr>
        <p:spPr>
          <a:xfrm>
            <a:off x="1429715" y="2114679"/>
            <a:ext cx="8203235" cy="542412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92075" indent="-92075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05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indent="0">
              <a:buNone/>
            </a:pPr>
            <a:r>
              <a:rPr lang="en-US" altLang="ko-KR" sz="1200" dirty="0"/>
              <a:t>KSCO </a:t>
            </a:r>
            <a:r>
              <a:rPr lang="ko-KR" altLang="en-US" sz="1200" dirty="0"/>
              <a:t>직업분류</a:t>
            </a:r>
            <a:r>
              <a:rPr lang="en-US" altLang="ko-KR" sz="1200" dirty="0"/>
              <a:t>(</a:t>
            </a:r>
            <a:r>
              <a:rPr lang="ko-KR" altLang="en-US" sz="1200" dirty="0"/>
              <a:t>코드</a:t>
            </a:r>
            <a:r>
              <a:rPr lang="en-US" altLang="ko-KR" sz="1200" dirty="0"/>
              <a:t>)</a:t>
            </a:r>
            <a:r>
              <a:rPr lang="ko-KR" altLang="en-US" sz="1200" dirty="0"/>
              <a:t> 및 정의에 따르며</a:t>
            </a:r>
            <a:r>
              <a:rPr lang="en-US" altLang="ko-KR" sz="1200" dirty="0"/>
              <a:t>, </a:t>
            </a:r>
            <a:r>
              <a:rPr lang="ko-KR" altLang="en-US" sz="1200" dirty="0"/>
              <a:t>아래 </a:t>
            </a:r>
            <a:r>
              <a:rPr lang="en-US" altLang="ko-KR" sz="1200" dirty="0"/>
              <a:t>3</a:t>
            </a:r>
            <a:r>
              <a:rPr lang="ko-KR" altLang="en-US" sz="1200" dirty="0"/>
              <a:t>가지 영역에 대한 직업정보로 구성함</a:t>
            </a:r>
            <a:r>
              <a:rPr lang="en-US" altLang="ko-KR" sz="1200" dirty="0"/>
              <a:t>.</a:t>
            </a:r>
          </a:p>
          <a:p>
            <a:pPr marL="0" indent="0">
              <a:buNone/>
            </a:pPr>
            <a:r>
              <a:rPr lang="ko-KR" altLang="en-US" sz="1200" dirty="0"/>
              <a:t>직업</a:t>
            </a:r>
            <a:r>
              <a:rPr lang="en-US" altLang="ko-KR" sz="1200" dirty="0"/>
              <a:t>(Occupation)</a:t>
            </a:r>
            <a:r>
              <a:rPr lang="ko-KR" altLang="en-US" sz="1200" dirty="0"/>
              <a:t> </a:t>
            </a:r>
            <a:r>
              <a:rPr lang="en-US" altLang="ko-KR" sz="1200" dirty="0"/>
              <a:t>= ① </a:t>
            </a:r>
            <a:r>
              <a:rPr lang="ko-KR" altLang="en-US" sz="1200" dirty="0"/>
              <a:t>직업 수행 내용</a:t>
            </a:r>
            <a:r>
              <a:rPr lang="en-US" altLang="ko-KR" sz="1200" dirty="0"/>
              <a:t>(GWA1, GWA2, … GWA41) + ② </a:t>
            </a:r>
            <a:r>
              <a:rPr lang="ko-KR" altLang="en-US" sz="1200" dirty="0"/>
              <a:t>직업 수행 요건 </a:t>
            </a:r>
            <a:r>
              <a:rPr lang="en-US" altLang="ko-KR" sz="1200" dirty="0"/>
              <a:t>+ ③ </a:t>
            </a:r>
            <a:r>
              <a:rPr lang="ko-KR" altLang="en-US" sz="1200" dirty="0"/>
              <a:t>직업 수행 맥락</a:t>
            </a:r>
            <a:endParaRPr lang="en-US" altLang="ko-KR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090B46-DF07-88F0-24C0-E1B98D80271C}"/>
              </a:ext>
            </a:extLst>
          </p:cNvPr>
          <p:cNvSpPr txBox="1"/>
          <p:nvPr/>
        </p:nvSpPr>
        <p:spPr>
          <a:xfrm>
            <a:off x="1787540" y="3330863"/>
            <a:ext cx="1445681" cy="1172630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228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1" sz="110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직무 활동</a:t>
            </a:r>
            <a:r>
              <a:rPr lang="en-US" altLang="ko-KR" sz="1050" dirty="0"/>
              <a:t>(Work activities)</a:t>
            </a:r>
          </a:p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직무 과업</a:t>
            </a:r>
            <a:r>
              <a:rPr lang="en-US" altLang="ko-KR" sz="1050" dirty="0"/>
              <a:t>(Task)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BC183B-8EF3-B287-E237-0E678FBEE4A6}"/>
              </a:ext>
            </a:extLst>
          </p:cNvPr>
          <p:cNvSpPr txBox="1"/>
          <p:nvPr/>
        </p:nvSpPr>
        <p:spPr>
          <a:xfrm>
            <a:off x="1787539" y="4619088"/>
            <a:ext cx="1445681" cy="85925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228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1" sz="110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요구 지식</a:t>
            </a:r>
            <a:r>
              <a:rPr lang="en-US" altLang="ko-KR" sz="1050" spc="-150" dirty="0"/>
              <a:t>(Knowledge)</a:t>
            </a:r>
          </a:p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요구 기술</a:t>
            </a:r>
            <a:r>
              <a:rPr lang="en-US" altLang="ko-KR" sz="1050" dirty="0"/>
              <a:t>(Skills)</a:t>
            </a:r>
          </a:p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요구 능력</a:t>
            </a:r>
            <a:r>
              <a:rPr lang="en-US" altLang="ko-KR" sz="1050" dirty="0"/>
              <a:t>(Abilities)</a:t>
            </a:r>
          </a:p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도구</a:t>
            </a:r>
            <a:r>
              <a:rPr lang="en-US" altLang="ko-KR" sz="1050" dirty="0"/>
              <a:t>(Tools)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03A5A-0AED-ECBF-43FA-1E4DC1C5273B}"/>
              </a:ext>
            </a:extLst>
          </p:cNvPr>
          <p:cNvSpPr txBox="1"/>
          <p:nvPr/>
        </p:nvSpPr>
        <p:spPr>
          <a:xfrm>
            <a:off x="1787539" y="5593937"/>
            <a:ext cx="1445681" cy="85925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228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1" sz="110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물리적 환경</a:t>
            </a:r>
            <a:endParaRPr lang="en-US" altLang="ko-KR" sz="1050" dirty="0"/>
          </a:p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사회적 환경 </a:t>
            </a:r>
            <a:endParaRPr lang="en-US" altLang="ko-KR" sz="1050" dirty="0"/>
          </a:p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경제적 환경</a:t>
            </a:r>
            <a:endParaRPr lang="en-US" altLang="ko-KR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A79AD0-386B-8801-F560-F7E419AF965A}"/>
              </a:ext>
            </a:extLst>
          </p:cNvPr>
          <p:cNvSpPr txBox="1"/>
          <p:nvPr/>
        </p:nvSpPr>
        <p:spPr>
          <a:xfrm>
            <a:off x="229295" y="3330861"/>
            <a:ext cx="1445681" cy="117262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ko-KR" altLang="en-US" sz="115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① 직업 수행 내용 기술</a:t>
            </a:r>
            <a:endParaRPr lang="en-US" altLang="ko-KR" sz="115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/>
            <a:r>
              <a:rPr lang="en-US" altLang="ko-KR" sz="115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(Description)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AFE87E-6047-5C53-9B97-39DAC1FF5BC6}"/>
              </a:ext>
            </a:extLst>
          </p:cNvPr>
          <p:cNvSpPr txBox="1"/>
          <p:nvPr/>
        </p:nvSpPr>
        <p:spPr>
          <a:xfrm>
            <a:off x="229295" y="4619088"/>
            <a:ext cx="1445681" cy="85925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ko-KR" altLang="en-US" sz="115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② 직업 수행 요건</a:t>
            </a:r>
            <a:endParaRPr lang="en-US" altLang="ko-KR" sz="115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/>
            <a:r>
              <a:rPr lang="en-US" altLang="ko-KR" sz="115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(Requirements)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F619E4-99ED-D2F6-4755-9448EC83E492}"/>
              </a:ext>
            </a:extLst>
          </p:cNvPr>
          <p:cNvSpPr txBox="1"/>
          <p:nvPr/>
        </p:nvSpPr>
        <p:spPr>
          <a:xfrm>
            <a:off x="229295" y="5593937"/>
            <a:ext cx="1445681" cy="85925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ko-KR" altLang="en-US" sz="115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③ 직업 수행 맥락</a:t>
            </a:r>
            <a:endParaRPr lang="en-US" altLang="ko-KR" sz="115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/>
            <a:r>
              <a:rPr lang="en-US" altLang="ko-KR" sz="115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(Context)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B5E9A6-F706-B4CE-1A1A-A7C947048735}"/>
              </a:ext>
            </a:extLst>
          </p:cNvPr>
          <p:cNvSpPr txBox="1"/>
          <p:nvPr/>
        </p:nvSpPr>
        <p:spPr>
          <a:xfrm>
            <a:off x="3399368" y="3330863"/>
            <a:ext cx="1445681" cy="1172630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228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1" sz="110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b="1" dirty="0" err="1"/>
              <a:t>책무성</a:t>
            </a:r>
            <a:r>
              <a:rPr lang="ko-KR" altLang="en-US" sz="1050" dirty="0"/>
              <a:t> </a:t>
            </a:r>
            <a:r>
              <a:rPr lang="en-US" altLang="ko-KR" sz="1050" dirty="0"/>
              <a:t>(Responsibility)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050" dirty="0"/>
              <a:t> </a:t>
            </a:r>
            <a:r>
              <a:rPr lang="en-US" altLang="ko-KR" sz="1050" dirty="0"/>
              <a:t>- </a:t>
            </a:r>
            <a:r>
              <a:rPr lang="ko-KR" altLang="en-US" sz="1050" dirty="0"/>
              <a:t>활동 복잡성</a:t>
            </a:r>
            <a:r>
              <a:rPr lang="en-US" altLang="ko-KR" sz="1050" dirty="0"/>
              <a:t>·</a:t>
            </a:r>
            <a:r>
              <a:rPr lang="ko-KR" altLang="en-US" sz="1050" dirty="0"/>
              <a:t>자율성</a:t>
            </a:r>
            <a:endParaRPr lang="en-US" altLang="ko-KR" sz="10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9A23F6-5EAA-EF68-B344-4A5BF32FCFD5}"/>
              </a:ext>
            </a:extLst>
          </p:cNvPr>
          <p:cNvSpPr txBox="1"/>
          <p:nvPr/>
        </p:nvSpPr>
        <p:spPr>
          <a:xfrm>
            <a:off x="3399367" y="4619088"/>
            <a:ext cx="1445681" cy="85925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228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1" sz="110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b="1" dirty="0"/>
              <a:t>교육</a:t>
            </a:r>
            <a:r>
              <a:rPr lang="ko-KR" altLang="en-US" sz="1050" dirty="0"/>
              <a:t> </a:t>
            </a:r>
            <a:r>
              <a:rPr lang="en-US" altLang="ko-KR" sz="1050" dirty="0"/>
              <a:t>(Education) </a:t>
            </a:r>
          </a:p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b="1" dirty="0"/>
              <a:t>업무기반학습</a:t>
            </a:r>
            <a:r>
              <a:rPr lang="ko-KR" altLang="en-US" sz="1050" dirty="0"/>
              <a:t> </a:t>
            </a:r>
            <a:r>
              <a:rPr lang="en-US" altLang="ko-KR" sz="1050" dirty="0"/>
              <a:t>(WBL) </a:t>
            </a:r>
          </a:p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b="1" dirty="0"/>
              <a:t>경험</a:t>
            </a:r>
            <a:r>
              <a:rPr lang="ko-KR" altLang="en-US" sz="1050" dirty="0"/>
              <a:t> </a:t>
            </a:r>
            <a:r>
              <a:rPr lang="en-US" altLang="ko-KR" sz="1050" dirty="0"/>
              <a:t>(Experience)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080828-E537-7FEC-19D0-67A385F98223}"/>
              </a:ext>
            </a:extLst>
          </p:cNvPr>
          <p:cNvSpPr txBox="1"/>
          <p:nvPr/>
        </p:nvSpPr>
        <p:spPr>
          <a:xfrm>
            <a:off x="3399367" y="5593937"/>
            <a:ext cx="1445681" cy="85925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228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1" sz="110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50" dirty="0"/>
              <a:t>(</a:t>
            </a:r>
            <a:r>
              <a:rPr lang="ko-KR" altLang="en-US" sz="1050" dirty="0"/>
              <a:t>직업 환경 정보</a:t>
            </a:r>
            <a:r>
              <a:rPr lang="en-US" altLang="ko-KR" sz="1050" dirty="0"/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22C0FD-BA5B-1B75-7974-F9F7DC6F4BEB}"/>
              </a:ext>
            </a:extLst>
          </p:cNvPr>
          <p:cNvSpPr txBox="1"/>
          <p:nvPr/>
        </p:nvSpPr>
        <p:spPr>
          <a:xfrm>
            <a:off x="5011195" y="3330861"/>
            <a:ext cx="4621755" cy="1172627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92075" indent="-92075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05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dirty="0"/>
              <a:t>O*NET</a:t>
            </a:r>
            <a:r>
              <a:rPr lang="ko-KR" altLang="en-US" dirty="0"/>
              <a:t>의 </a:t>
            </a:r>
            <a:r>
              <a:rPr lang="en-US" altLang="ko-KR" dirty="0"/>
              <a:t>4</a:t>
            </a:r>
            <a:r>
              <a:rPr lang="ko-KR" altLang="en-US" dirty="0"/>
              <a:t>계층 활동 체계 </a:t>
            </a:r>
            <a:r>
              <a:rPr lang="en-US" altLang="ko-KR" dirty="0"/>
              <a:t>GWA·IWA·DWA·TASK </a:t>
            </a:r>
            <a:r>
              <a:rPr lang="ko-KR" altLang="en-US" dirty="0"/>
              <a:t>차용</a:t>
            </a:r>
            <a:endParaRPr lang="en-US" altLang="ko-KR" dirty="0"/>
          </a:p>
          <a:p>
            <a:r>
              <a:rPr lang="en-US" altLang="ko-KR" dirty="0"/>
              <a:t>KSCO</a:t>
            </a:r>
            <a:r>
              <a:rPr lang="ko-KR" altLang="en-US" dirty="0"/>
              <a:t> 직무기술 텍스트 기반 </a:t>
            </a:r>
            <a:r>
              <a:rPr lang="en-US" altLang="ko-KR" dirty="0"/>
              <a:t>Bottom-up </a:t>
            </a:r>
            <a:r>
              <a:rPr lang="ko-KR" altLang="en-US" dirty="0"/>
              <a:t>방법론을 적용하여 자체 개발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KSCO </a:t>
            </a:r>
            <a:r>
              <a:rPr lang="ko-KR" altLang="en-US" dirty="0"/>
              <a:t>텍스트 분석 → </a:t>
            </a:r>
            <a:r>
              <a:rPr lang="en-US" altLang="ko-KR" dirty="0"/>
              <a:t>Task </a:t>
            </a:r>
            <a:r>
              <a:rPr lang="ko-KR" altLang="en-US" dirty="0"/>
              <a:t>도출 → </a:t>
            </a:r>
            <a:r>
              <a:rPr lang="en-US" altLang="ko-KR" dirty="0"/>
              <a:t>DWA </a:t>
            </a:r>
            <a:r>
              <a:rPr lang="ko-KR" altLang="en-US" dirty="0"/>
              <a:t>도출 → </a:t>
            </a:r>
            <a:r>
              <a:rPr lang="en-US" altLang="ko-KR" dirty="0"/>
              <a:t>IWA </a:t>
            </a:r>
            <a:r>
              <a:rPr lang="ko-KR" altLang="en-US" dirty="0"/>
              <a:t>도출 → </a:t>
            </a:r>
            <a:r>
              <a:rPr lang="en-US" altLang="ko-KR" dirty="0"/>
              <a:t>GWA </a:t>
            </a:r>
            <a:r>
              <a:rPr lang="ko-KR" altLang="en-US" dirty="0"/>
              <a:t>도출</a:t>
            </a:r>
            <a:endParaRPr lang="en-US" altLang="ko-KR" dirty="0"/>
          </a:p>
          <a:p>
            <a:r>
              <a:rPr lang="ko-KR" altLang="en-US" dirty="0"/>
              <a:t>직업별 </a:t>
            </a:r>
            <a:r>
              <a:rPr lang="en-US" altLang="ko-KR" dirty="0"/>
              <a:t>GWA </a:t>
            </a:r>
            <a:r>
              <a:rPr lang="ko-KR" altLang="en-US" dirty="0"/>
              <a:t>연계 및 측정 척도 개발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O*NET DB </a:t>
            </a:r>
            <a:r>
              <a:rPr lang="ko-KR" altLang="en-US" dirty="0"/>
              <a:t>활용 직업별 </a:t>
            </a:r>
            <a:r>
              <a:rPr lang="en-US" altLang="ko-KR" dirty="0"/>
              <a:t>GWA </a:t>
            </a:r>
            <a:r>
              <a:rPr lang="ko-KR" altLang="en-US" dirty="0"/>
              <a:t>우선순위 연계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수준</a:t>
            </a:r>
            <a:r>
              <a:rPr lang="en-US" altLang="ko-KR" dirty="0"/>
              <a:t>(Level)&amp; </a:t>
            </a:r>
            <a:r>
              <a:rPr lang="ko-KR" altLang="en-US" dirty="0"/>
              <a:t>중요도</a:t>
            </a:r>
            <a:r>
              <a:rPr lang="en-US" altLang="ko-KR" dirty="0"/>
              <a:t>(Importance)</a:t>
            </a:r>
            <a:r>
              <a:rPr lang="ko-KR" altLang="en-US" dirty="0"/>
              <a:t> 척도 활용 직업별 </a:t>
            </a:r>
            <a:r>
              <a:rPr lang="en-US" altLang="ko-KR" dirty="0"/>
              <a:t>GWA </a:t>
            </a:r>
            <a:r>
              <a:rPr lang="ko-KR" altLang="en-US" dirty="0"/>
              <a:t>표준 점수 측정</a:t>
            </a:r>
            <a:endParaRPr lang="en-US" altLang="ko-KR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C847DB-8925-57BA-01BE-2F7F6044E07B}"/>
              </a:ext>
            </a:extLst>
          </p:cNvPr>
          <p:cNvSpPr txBox="1"/>
          <p:nvPr/>
        </p:nvSpPr>
        <p:spPr>
          <a:xfrm>
            <a:off x="5011195" y="4619090"/>
            <a:ext cx="4621755" cy="859248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92075" indent="-92075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05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dirty="0"/>
              <a:t>기존 국내 직업정보 데이터</a:t>
            </a:r>
            <a:r>
              <a:rPr lang="en-US" altLang="ko-KR" dirty="0"/>
              <a:t>(NCS·</a:t>
            </a:r>
            <a:r>
              <a:rPr lang="ko-KR" altLang="en-US" dirty="0" err="1"/>
              <a:t>워크넷</a:t>
            </a:r>
            <a:r>
              <a:rPr lang="en-US" altLang="ko-KR" dirty="0"/>
              <a:t>·KQF·</a:t>
            </a:r>
            <a:r>
              <a:rPr lang="ko-KR" altLang="en-US" dirty="0"/>
              <a:t>직업사전 등 </a:t>
            </a:r>
            <a:r>
              <a:rPr lang="en-US" altLang="ko-KR" dirty="0"/>
              <a:t>) </a:t>
            </a:r>
            <a:r>
              <a:rPr lang="ko-KR" altLang="en-US" dirty="0"/>
              <a:t>연계 활용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- </a:t>
            </a:r>
            <a:r>
              <a:rPr lang="ko-KR" altLang="en-US" dirty="0"/>
              <a:t>직업분류 고도화에 필요한 항목을 우선적으로 선별 필요</a:t>
            </a:r>
            <a:endParaRPr lang="en-US" altLang="ko-KR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868A336-16B2-2E7E-5A85-B42CD6649AF8}"/>
              </a:ext>
            </a:extLst>
          </p:cNvPr>
          <p:cNvSpPr txBox="1"/>
          <p:nvPr/>
        </p:nvSpPr>
        <p:spPr>
          <a:xfrm>
            <a:off x="5011195" y="5593937"/>
            <a:ext cx="4621755" cy="859248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92075" indent="-92075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05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dirty="0"/>
              <a:t>기존 국내 직업정보 데이터</a:t>
            </a:r>
            <a:r>
              <a:rPr lang="en-US" altLang="ko-KR" dirty="0"/>
              <a:t>(</a:t>
            </a:r>
            <a:r>
              <a:rPr lang="ko-KR" altLang="en-US" dirty="0" err="1"/>
              <a:t>워크넷</a:t>
            </a:r>
            <a:r>
              <a:rPr lang="en-US" altLang="ko-KR" dirty="0"/>
              <a:t>·</a:t>
            </a:r>
            <a:r>
              <a:rPr lang="ko-KR" altLang="en-US" dirty="0" err="1"/>
              <a:t>임금직업포털</a:t>
            </a:r>
            <a:r>
              <a:rPr lang="en-US" altLang="ko-KR" dirty="0"/>
              <a:t>·</a:t>
            </a:r>
            <a:r>
              <a:rPr lang="ko-KR" altLang="en-US" dirty="0"/>
              <a:t>직업사전 등 </a:t>
            </a:r>
            <a:r>
              <a:rPr lang="en-US" altLang="ko-KR" dirty="0"/>
              <a:t>) </a:t>
            </a:r>
            <a:r>
              <a:rPr lang="ko-KR" altLang="en-US" dirty="0"/>
              <a:t>연계 활용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직업분류 고도화에 필요한 항목을 우선적으로 선별 필요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53893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ABD4A-4D6F-F399-A1B6-763AE947C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3E76F5E-6AF0-4E62-5C13-4A9202CD5CD7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2AB897-4823-7999-4D60-08281C986EF8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3D3E8CC-831E-C427-E4C8-E8210F10A9E6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3137EEB-2CED-84C6-E69F-6B048F07036F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E130D69-D3C8-E481-BC75-43EF59C52F4D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F051A71-137B-71E6-FBA5-2736D4235360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489448F-C211-7C07-9AFE-9FC75545B19E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CC5351A-F424-1D1C-9C38-C55D2CDE68BD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60119BF-2190-B76F-9998-6808E8620F41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DC98AD1-B527-BF0C-6BD6-6D70D5083E13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F4AE3F-447E-0582-7CC1-0CF52E62B7F7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프레임워크 설계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BB1DFA1-A32A-AAAE-AAE9-257168AA80CB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KSCO </a:t>
            </a:r>
            <a:r>
              <a:rPr lang="ko-KR" altLang="en-US" dirty="0"/>
              <a:t>직무기술 </a:t>
            </a:r>
            <a:r>
              <a:rPr lang="ko-KR" altLang="en-US"/>
              <a:t>텍스트로부터 자연어처리</a:t>
            </a:r>
            <a:r>
              <a:rPr lang="en-US" altLang="ko-KR"/>
              <a:t>(</a:t>
            </a:r>
            <a:r>
              <a:rPr lang="en-US" altLang="ko-KR" dirty="0"/>
              <a:t>NLP) </a:t>
            </a:r>
            <a:r>
              <a:rPr lang="ko-KR" altLang="en-US" dirty="0"/>
              <a:t>분석을 </a:t>
            </a:r>
            <a:r>
              <a:rPr lang="ko-KR" altLang="en-US"/>
              <a:t>통해 직무활동</a:t>
            </a:r>
            <a:r>
              <a:rPr lang="en-US" altLang="ko-KR" dirty="0"/>
              <a:t>(Activity) </a:t>
            </a:r>
            <a:r>
              <a:rPr lang="ko-KR" altLang="en-US" dirty="0"/>
              <a:t>세부 내용과 </a:t>
            </a:r>
            <a:r>
              <a:rPr lang="ko-KR" altLang="en-US"/>
              <a:t>체계를 </a:t>
            </a:r>
            <a:r>
              <a:rPr lang="en-US" altLang="ko-KR" dirty="0"/>
              <a:t>Bottom-up </a:t>
            </a:r>
            <a:r>
              <a:rPr lang="ko-KR" altLang="en-US" dirty="0"/>
              <a:t>방법으로 </a:t>
            </a:r>
            <a:r>
              <a:rPr lang="ko-KR" altLang="en-US" err="1"/>
              <a:t>구축해나갈</a:t>
            </a:r>
            <a:r>
              <a:rPr lang="ko-KR" altLang="en-US"/>
              <a:t> 계획임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246">
            <a:extLst>
              <a:ext uri="{FF2B5EF4-FFF2-40B4-BE49-F238E27FC236}">
                <a16:creationId xmlns:a16="http://schemas.microsoft.com/office/drawing/2014/main" id="{7BE9BEB0-5603-1F30-105D-B506A6CDE51B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직무활동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(Activity)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도출 방법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E588AF6-427A-A7CB-563E-AA64AA021063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DC444E9-FE39-F6B0-C115-D305FCF9EE85}"/>
              </a:ext>
            </a:extLst>
          </p:cNvPr>
          <p:cNvSpPr txBox="1"/>
          <p:nvPr/>
        </p:nvSpPr>
        <p:spPr>
          <a:xfrm>
            <a:off x="229295" y="2080261"/>
            <a:ext cx="1271845" cy="60571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입력 데이터</a:t>
            </a:r>
            <a:r>
              <a:rPr lang="en-US" altLang="ko-KR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(In-put)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E8023F-74D2-5AAC-70A3-E1DDFC26F647}"/>
              </a:ext>
            </a:extLst>
          </p:cNvPr>
          <p:cNvSpPr txBox="1"/>
          <p:nvPr/>
        </p:nvSpPr>
        <p:spPr>
          <a:xfrm>
            <a:off x="229295" y="2883881"/>
            <a:ext cx="1271845" cy="60571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자연어 처리</a:t>
            </a:r>
            <a:r>
              <a:rPr lang="en-US" altLang="ko-KR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(NLP)</a:t>
            </a:r>
          </a:p>
          <a:p>
            <a:r>
              <a:rPr lang="ko-KR" altLang="en-US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텍스트 분석</a:t>
            </a:r>
            <a:endParaRPr lang="en-US" altLang="ko-KR" sz="11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1FCA54-18D7-B1BC-259C-BE9C997218E8}"/>
              </a:ext>
            </a:extLst>
          </p:cNvPr>
          <p:cNvSpPr txBox="1"/>
          <p:nvPr/>
        </p:nvSpPr>
        <p:spPr>
          <a:xfrm>
            <a:off x="229295" y="3698066"/>
            <a:ext cx="1271845" cy="195150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직무활동</a:t>
            </a:r>
            <a:r>
              <a:rPr lang="en-US" altLang="ko-KR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(Activity) </a:t>
            </a:r>
            <a:r>
              <a:rPr lang="ko-KR" altLang="en-US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도출</a:t>
            </a:r>
            <a:endParaRPr lang="en-US" altLang="ko-KR" sz="11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D7B16C-A5B3-21F3-D8DC-46FC3A53205E}"/>
              </a:ext>
            </a:extLst>
          </p:cNvPr>
          <p:cNvSpPr txBox="1"/>
          <p:nvPr/>
        </p:nvSpPr>
        <p:spPr>
          <a:xfrm>
            <a:off x="229295" y="5847476"/>
            <a:ext cx="1271845" cy="60571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한국형 </a:t>
            </a:r>
            <a:r>
              <a:rPr lang="en-US" altLang="ko-KR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r>
            <a:r>
              <a:rPr lang="ko-KR" altLang="en-US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계층 직무활동</a:t>
            </a:r>
            <a:r>
              <a:rPr lang="en-US" altLang="ko-KR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(Activity) </a:t>
            </a:r>
            <a:r>
              <a:rPr lang="ko-KR" altLang="en-US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산출물</a:t>
            </a:r>
            <a:r>
              <a:rPr lang="en-US" altLang="ko-KR" sz="11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(Out-put)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4436D7-5148-E52A-E093-D6844F536472}"/>
              </a:ext>
            </a:extLst>
          </p:cNvPr>
          <p:cNvSpPr txBox="1"/>
          <p:nvPr/>
        </p:nvSpPr>
        <p:spPr>
          <a:xfrm>
            <a:off x="1642760" y="2080261"/>
            <a:ext cx="3202290" cy="605438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228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1" sz="110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50" dirty="0"/>
              <a:t>KSCO </a:t>
            </a:r>
            <a:r>
              <a:rPr lang="ko-KR" altLang="en-US" sz="1050" dirty="0"/>
              <a:t>직업설명 데이터</a:t>
            </a:r>
            <a:r>
              <a:rPr lang="en-US" altLang="ko-KR" sz="1050" dirty="0"/>
              <a:t>(</a:t>
            </a:r>
            <a:r>
              <a:rPr lang="ko-KR" altLang="en-US" sz="1050" dirty="0" err="1"/>
              <a:t>세분류</a:t>
            </a:r>
            <a:r>
              <a:rPr lang="en-US" altLang="ko-KR" sz="1050" dirty="0"/>
              <a:t> 495</a:t>
            </a:r>
            <a:r>
              <a:rPr lang="ko-KR" altLang="en-US" sz="1050" dirty="0"/>
              <a:t>개</a:t>
            </a:r>
            <a:r>
              <a:rPr lang="en-US" altLang="ko-KR" sz="105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050" dirty="0"/>
              <a:t> - </a:t>
            </a:r>
            <a:r>
              <a:rPr lang="ko-KR" altLang="en-US" sz="1050" dirty="0"/>
              <a:t>정보 부족 시 한국직업사전 및 </a:t>
            </a:r>
            <a:r>
              <a:rPr lang="en-US" altLang="ko-KR" sz="1050" dirty="0"/>
              <a:t>NCS </a:t>
            </a:r>
            <a:r>
              <a:rPr lang="ko-KR" altLang="en-US" sz="1050" dirty="0"/>
              <a:t>활용</a:t>
            </a:r>
            <a:endParaRPr lang="en-US" altLang="ko-KR" sz="10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FB1E71-C192-FFCE-E9AB-2DCB24F4CE2F}"/>
              </a:ext>
            </a:extLst>
          </p:cNvPr>
          <p:cNvSpPr txBox="1"/>
          <p:nvPr/>
        </p:nvSpPr>
        <p:spPr>
          <a:xfrm>
            <a:off x="1642760" y="2884156"/>
            <a:ext cx="3202290" cy="605438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228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1" sz="110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자연어 처리 </a:t>
            </a:r>
            <a:r>
              <a:rPr lang="en-US" altLang="ko-KR" sz="1050" dirty="0"/>
              <a:t>AI tool </a:t>
            </a:r>
            <a:r>
              <a:rPr lang="ko-KR" altLang="en-US" sz="1050" dirty="0"/>
              <a:t>개발 </a:t>
            </a:r>
            <a:endParaRPr lang="en-US" altLang="ko-KR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050" dirty="0"/>
              <a:t> - </a:t>
            </a:r>
            <a:r>
              <a:rPr lang="ko-KR" altLang="en-US" sz="1050" dirty="0"/>
              <a:t>직업 설명자료 기반 자연어 도출 기준 수립</a:t>
            </a:r>
            <a:endParaRPr lang="en-US" altLang="ko-KR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050" dirty="0"/>
              <a:t> - </a:t>
            </a:r>
            <a:r>
              <a:rPr lang="ko-KR" altLang="en-US" sz="1050" dirty="0"/>
              <a:t>핵심 직무 활동</a:t>
            </a:r>
            <a:r>
              <a:rPr lang="en-US" altLang="ko-KR" sz="1050" dirty="0"/>
              <a:t>, </a:t>
            </a:r>
            <a:r>
              <a:rPr lang="ko-KR" altLang="en-US" sz="1050" dirty="0"/>
              <a:t>표준화 직무요소 도출</a:t>
            </a:r>
            <a:endParaRPr lang="en-US" altLang="ko-KR" sz="105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7F0E81C-F9CD-3080-AD46-8BEB06B026B6}"/>
              </a:ext>
            </a:extLst>
          </p:cNvPr>
          <p:cNvGrpSpPr/>
          <p:nvPr/>
        </p:nvGrpSpPr>
        <p:grpSpPr>
          <a:xfrm>
            <a:off x="1642760" y="3698066"/>
            <a:ext cx="3202290" cy="1951503"/>
            <a:chOff x="1642760" y="3832026"/>
            <a:chExt cx="3202290" cy="165437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DFD0878-B0FD-F504-1EC8-7C7B5EB1E53B}"/>
                </a:ext>
              </a:extLst>
            </p:cNvPr>
            <p:cNvSpPr txBox="1"/>
            <p:nvPr/>
          </p:nvSpPr>
          <p:spPr>
            <a:xfrm>
              <a:off x="1642760" y="3832026"/>
              <a:ext cx="3202290" cy="226049"/>
            </a:xfrm>
            <a:prstGeom prst="rect">
              <a:avLst/>
            </a:prstGeom>
            <a:solidFill>
              <a:schemeClr val="bg1"/>
            </a:solidFill>
            <a:ln w="38100" cmpd="tri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72000" rIns="72000" bIns="72000" rtlCol="0" anchor="ctr"/>
            <a:lstStyle>
              <a:defPPr>
                <a:defRPr lang="en-US"/>
              </a:defPPr>
              <a:lvl1pPr marL="2286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  <a:defRPr kumimoji="1" sz="1100" b="0">
                  <a:latin typeface="페이퍼로지 5 Medium" pitchFamily="2" charset="-127"/>
                  <a:ea typeface="페이퍼로지 5 Medium" pitchFamily="2" charset="-127"/>
                </a:defRPr>
              </a:lvl1pPr>
              <a:lvl2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altLang="ko-KR" sz="1050" dirty="0"/>
                <a:t>TASK(</a:t>
              </a:r>
              <a:r>
                <a:rPr lang="ko-KR" altLang="en-US" sz="1050" dirty="0"/>
                <a:t>직업별 직무 수행 활동 과업</a:t>
              </a:r>
              <a:r>
                <a:rPr lang="en-US" altLang="ko-KR" sz="1050" dirty="0"/>
                <a:t>)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43708DE-F971-32C4-013F-CCB510BBED06}"/>
                </a:ext>
              </a:extLst>
            </p:cNvPr>
            <p:cNvSpPr txBox="1"/>
            <p:nvPr/>
          </p:nvSpPr>
          <p:spPr>
            <a:xfrm>
              <a:off x="1642760" y="4308134"/>
              <a:ext cx="3202290" cy="226049"/>
            </a:xfrm>
            <a:prstGeom prst="rect">
              <a:avLst/>
            </a:prstGeom>
            <a:solidFill>
              <a:schemeClr val="bg1"/>
            </a:solidFill>
            <a:ln w="38100" cmpd="tri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72000" rIns="72000" bIns="72000" rtlCol="0" anchor="ctr"/>
            <a:lstStyle>
              <a:defPPr>
                <a:defRPr lang="en-US"/>
              </a:defPPr>
              <a:lvl1pPr marL="2286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  <a:defRPr kumimoji="1" sz="1100" b="0">
                  <a:latin typeface="페이퍼로지 5 Medium" pitchFamily="2" charset="-127"/>
                  <a:ea typeface="페이퍼로지 5 Medium" pitchFamily="2" charset="-127"/>
                </a:defRPr>
              </a:lvl1pPr>
              <a:lvl2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altLang="ko-KR" sz="1050" dirty="0"/>
                <a:t>DWA(</a:t>
              </a:r>
              <a:r>
                <a:rPr lang="ko-KR" altLang="en-US" sz="1050" dirty="0"/>
                <a:t>상세 업무 활동</a:t>
              </a:r>
              <a:r>
                <a:rPr lang="en-US" altLang="ko-KR" sz="1050" dirty="0"/>
                <a:t>)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A2FE9BE-A476-7B7A-4834-B6B8060AE580}"/>
                </a:ext>
              </a:extLst>
            </p:cNvPr>
            <p:cNvSpPr txBox="1"/>
            <p:nvPr/>
          </p:nvSpPr>
          <p:spPr>
            <a:xfrm>
              <a:off x="1642760" y="4784242"/>
              <a:ext cx="3202290" cy="226049"/>
            </a:xfrm>
            <a:prstGeom prst="rect">
              <a:avLst/>
            </a:prstGeom>
            <a:solidFill>
              <a:schemeClr val="bg1"/>
            </a:solidFill>
            <a:ln w="38100" cmpd="tri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72000" rIns="72000" bIns="72000" rtlCol="0" anchor="ctr"/>
            <a:lstStyle>
              <a:defPPr>
                <a:defRPr lang="en-US"/>
              </a:defPPr>
              <a:lvl1pPr marL="2286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  <a:defRPr kumimoji="1" sz="1100" b="0">
                  <a:latin typeface="페이퍼로지 5 Medium" pitchFamily="2" charset="-127"/>
                  <a:ea typeface="페이퍼로지 5 Medium" pitchFamily="2" charset="-127"/>
                </a:defRPr>
              </a:lvl1pPr>
              <a:lvl2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altLang="ko-KR" sz="1050" dirty="0"/>
                <a:t>IWA(</a:t>
              </a:r>
              <a:r>
                <a:rPr lang="ko-KR" altLang="en-US" sz="1050" dirty="0"/>
                <a:t>중간 업무 활동</a:t>
              </a:r>
              <a:r>
                <a:rPr lang="en-US" altLang="ko-KR" sz="1050" dirty="0"/>
                <a:t>)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FB18335-CF20-647B-0323-3DD643AE9D5B}"/>
                </a:ext>
              </a:extLst>
            </p:cNvPr>
            <p:cNvSpPr txBox="1"/>
            <p:nvPr/>
          </p:nvSpPr>
          <p:spPr>
            <a:xfrm>
              <a:off x="1642760" y="5260351"/>
              <a:ext cx="3202290" cy="226049"/>
            </a:xfrm>
            <a:prstGeom prst="rect">
              <a:avLst/>
            </a:prstGeom>
            <a:solidFill>
              <a:schemeClr val="bg1"/>
            </a:solidFill>
            <a:ln w="38100" cmpd="tri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72000" rIns="72000" bIns="72000" rtlCol="0" anchor="ctr"/>
            <a:lstStyle>
              <a:defPPr>
                <a:defRPr lang="en-US"/>
              </a:defPPr>
              <a:lvl1pPr marL="2286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  <a:defRPr kumimoji="1" sz="1100" b="0">
                  <a:latin typeface="페이퍼로지 5 Medium" pitchFamily="2" charset="-127"/>
                  <a:ea typeface="페이퍼로지 5 Medium" pitchFamily="2" charset="-127"/>
                </a:defRPr>
              </a:lvl1pPr>
              <a:lvl2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algn="ct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defTabSz="914400" latinLnBrk="1">
                <a:defRPr kumimoji="1" sz="10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altLang="ko-KR" sz="1050" dirty="0"/>
                <a:t>GWA(</a:t>
              </a:r>
              <a:r>
                <a:rPr lang="ko-KR" altLang="en-US" sz="1050" dirty="0"/>
                <a:t>일반 업무 활동</a:t>
              </a:r>
              <a:r>
                <a:rPr lang="en-US" altLang="ko-KR" sz="1050" dirty="0"/>
                <a:t>)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0B1B87B2-3BFE-BC8E-F122-1C9D4B772FF8}"/>
              </a:ext>
            </a:extLst>
          </p:cNvPr>
          <p:cNvSpPr txBox="1"/>
          <p:nvPr/>
        </p:nvSpPr>
        <p:spPr>
          <a:xfrm>
            <a:off x="1642760" y="5847476"/>
            <a:ext cx="3202290" cy="605438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228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1" sz="1100" b="0">
                <a:latin typeface="페이퍼로지 5 Medium" pitchFamily="2" charset="-127"/>
                <a:ea typeface="페이퍼로지 5 Medium" pitchFamily="2" charset="-127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한국형 직무활동</a:t>
            </a:r>
            <a:r>
              <a:rPr lang="en-US" altLang="ko-KR" sz="1050" dirty="0"/>
              <a:t>(Activity) </a:t>
            </a:r>
            <a:r>
              <a:rPr lang="ko-KR" altLang="en-US" sz="1050" dirty="0"/>
              <a:t>체계 </a:t>
            </a:r>
            <a:endParaRPr lang="en-US" altLang="ko-KR" sz="1050" dirty="0"/>
          </a:p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직무기술 정의서</a:t>
            </a:r>
            <a:endParaRPr lang="en-US" altLang="ko-KR" sz="1050" dirty="0"/>
          </a:p>
          <a:p>
            <a:pPr marL="92075" indent="-92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직업 </a:t>
            </a:r>
            <a:r>
              <a:rPr lang="en-US" altLang="ko-KR" sz="1050" dirty="0"/>
              <a:t>– </a:t>
            </a:r>
            <a:r>
              <a:rPr lang="ko-KR" altLang="en-US" sz="1050" dirty="0"/>
              <a:t>직무활동 매트릭스</a:t>
            </a:r>
            <a:endParaRPr lang="en-US" altLang="ko-KR" sz="1050" dirty="0"/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ABE879C1-E121-A0B5-7B5F-FEAE5BB9B002}"/>
              </a:ext>
            </a:extLst>
          </p:cNvPr>
          <p:cNvCxnSpPr>
            <a:cxnSpLocks/>
            <a:stCxn id="30" idx="2"/>
            <a:endCxn id="31" idx="0"/>
          </p:cNvCxnSpPr>
          <p:nvPr/>
        </p:nvCxnSpPr>
        <p:spPr>
          <a:xfrm>
            <a:off x="3243905" y="3964714"/>
            <a:ext cx="0" cy="29497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0976201B-560C-9F60-BF3F-4678D579B9A4}"/>
              </a:ext>
            </a:extLst>
          </p:cNvPr>
          <p:cNvCxnSpPr>
            <a:cxnSpLocks/>
            <a:stCxn id="31" idx="2"/>
            <a:endCxn id="32" idx="0"/>
          </p:cNvCxnSpPr>
          <p:nvPr/>
        </p:nvCxnSpPr>
        <p:spPr>
          <a:xfrm>
            <a:off x="3243905" y="4526332"/>
            <a:ext cx="0" cy="29496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C764F2B7-CCA0-F508-4098-C81CFEB63C42}"/>
              </a:ext>
            </a:extLst>
          </p:cNvPr>
          <p:cNvCxnSpPr>
            <a:cxnSpLocks/>
            <a:stCxn id="32" idx="2"/>
            <a:endCxn id="33" idx="0"/>
          </p:cNvCxnSpPr>
          <p:nvPr/>
        </p:nvCxnSpPr>
        <p:spPr>
          <a:xfrm>
            <a:off x="3243905" y="5087950"/>
            <a:ext cx="0" cy="29497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이등변 삼각형 61">
            <a:extLst>
              <a:ext uri="{FF2B5EF4-FFF2-40B4-BE49-F238E27FC236}">
                <a16:creationId xmlns:a16="http://schemas.microsoft.com/office/drawing/2014/main" id="{9B17B50A-3096-48A7-DE28-93D698B4F646}"/>
              </a:ext>
            </a:extLst>
          </p:cNvPr>
          <p:cNvSpPr/>
          <p:nvPr/>
        </p:nvSpPr>
        <p:spPr>
          <a:xfrm rot="10800000">
            <a:off x="762942" y="2739099"/>
            <a:ext cx="204550" cy="102221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이등변 삼각형 62">
            <a:extLst>
              <a:ext uri="{FF2B5EF4-FFF2-40B4-BE49-F238E27FC236}">
                <a16:creationId xmlns:a16="http://schemas.microsoft.com/office/drawing/2014/main" id="{1D2D6207-BC06-86B2-66BB-1C21638C7A5E}"/>
              </a:ext>
            </a:extLst>
          </p:cNvPr>
          <p:cNvSpPr/>
          <p:nvPr/>
        </p:nvSpPr>
        <p:spPr>
          <a:xfrm rot="10800000">
            <a:off x="762942" y="3542719"/>
            <a:ext cx="204550" cy="102221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4B3876FE-EC6D-E6F9-06BF-5B3806FCF181}"/>
              </a:ext>
            </a:extLst>
          </p:cNvPr>
          <p:cNvSpPr/>
          <p:nvPr/>
        </p:nvSpPr>
        <p:spPr>
          <a:xfrm rot="10800000">
            <a:off x="762942" y="5697411"/>
            <a:ext cx="204550" cy="102221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A4465C-8BD6-FBF2-D973-A6875C03539F}"/>
              </a:ext>
            </a:extLst>
          </p:cNvPr>
          <p:cNvSpPr txBox="1"/>
          <p:nvPr/>
        </p:nvSpPr>
        <p:spPr>
          <a:xfrm>
            <a:off x="3192677" y="3978753"/>
            <a:ext cx="872696" cy="266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군집화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0D6891F-15F3-65A4-6CA0-FD23A5561383}"/>
              </a:ext>
            </a:extLst>
          </p:cNvPr>
          <p:cNvSpPr txBox="1"/>
          <p:nvPr/>
        </p:nvSpPr>
        <p:spPr>
          <a:xfrm>
            <a:off x="3192677" y="4540125"/>
            <a:ext cx="872696" cy="266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군집화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7ED838-21DD-EBF7-3258-1A3F9F3D3B7E}"/>
              </a:ext>
            </a:extLst>
          </p:cNvPr>
          <p:cNvSpPr txBox="1"/>
          <p:nvPr/>
        </p:nvSpPr>
        <p:spPr>
          <a:xfrm>
            <a:off x="3192677" y="5101987"/>
            <a:ext cx="872696" cy="266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추상화</a:t>
            </a:r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90C801FF-3DDD-D0AC-3A1E-1CC801342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952" y="2200372"/>
            <a:ext cx="4571997" cy="1901422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AA4B4F2C-AFF0-2AA9-FE1B-F672D01DB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0951" y="4573130"/>
            <a:ext cx="4595679" cy="1674870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A68CA61B-7213-483E-82CD-8E3C9F24DFBF}"/>
              </a:ext>
            </a:extLst>
          </p:cNvPr>
          <p:cNvSpPr txBox="1"/>
          <p:nvPr/>
        </p:nvSpPr>
        <p:spPr>
          <a:xfrm>
            <a:off x="5060949" y="1995184"/>
            <a:ext cx="4571997" cy="205188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한국형 </a:t>
            </a:r>
            <a:r>
              <a:rPr lang="en-US" altLang="ko-KR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4</a:t>
            </a: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계층 직무활동</a:t>
            </a:r>
            <a:r>
              <a:rPr lang="en-US" altLang="ko-KR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(Activity) </a:t>
            </a: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체계 예시</a:t>
            </a:r>
            <a:endParaRPr lang="en-US" altLang="ko-KR" sz="11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2C68438-2359-8F2A-ED48-77D9D5784477}"/>
              </a:ext>
            </a:extLst>
          </p:cNvPr>
          <p:cNvSpPr txBox="1"/>
          <p:nvPr/>
        </p:nvSpPr>
        <p:spPr>
          <a:xfrm>
            <a:off x="5060949" y="4367942"/>
            <a:ext cx="4571997" cy="205188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한국형 </a:t>
            </a:r>
            <a:r>
              <a:rPr lang="en-US" altLang="ko-KR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4</a:t>
            </a: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계층 직무활동</a:t>
            </a:r>
            <a:r>
              <a:rPr lang="en-US" altLang="ko-KR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(Activity) </a:t>
            </a: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체계 예시</a:t>
            </a:r>
            <a:endParaRPr lang="en-US" altLang="ko-KR" sz="11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775437C-EC53-BA98-7E67-81BD80186F51}"/>
              </a:ext>
            </a:extLst>
          </p:cNvPr>
          <p:cNvSpPr txBox="1"/>
          <p:nvPr/>
        </p:nvSpPr>
        <p:spPr>
          <a:xfrm>
            <a:off x="5060950" y="4077308"/>
            <a:ext cx="45719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▶ </a:t>
            </a:r>
            <a:r>
              <a:rPr lang="en-US" altLang="ko-KR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GWA(</a:t>
            </a:r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일반 활동</a:t>
            </a:r>
            <a:r>
              <a:rPr lang="en-US" altLang="ko-KR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이 여러 직업의 </a:t>
            </a:r>
            <a:r>
              <a:rPr lang="en-US" altLang="ko-KR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Task</a:t>
            </a:r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로 분기되어</a:t>
            </a:r>
            <a:r>
              <a:rPr lang="en-US" altLang="ko-KR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직업 간 공유 및 비교</a:t>
            </a:r>
            <a:r>
              <a:rPr lang="en-US" altLang="ko-KR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유사도 분석 가능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A70918C-E14B-4914-33B1-5C11F66EEB6D}"/>
              </a:ext>
            </a:extLst>
          </p:cNvPr>
          <p:cNvSpPr txBox="1"/>
          <p:nvPr/>
        </p:nvSpPr>
        <p:spPr>
          <a:xfrm>
            <a:off x="5060950" y="6206967"/>
            <a:ext cx="47536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▶ 직업별 </a:t>
            </a:r>
            <a:r>
              <a:rPr lang="en-US" altLang="ko-KR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GWA(</a:t>
            </a:r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일반 활동</a:t>
            </a:r>
            <a:r>
              <a:rPr lang="en-US" altLang="ko-KR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데이터를 기반으로 분류체계</a:t>
            </a:r>
            <a:r>
              <a:rPr lang="en-US" altLang="ko-KR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검증</a:t>
            </a:r>
            <a:r>
              <a:rPr lang="en-US" altLang="ko-KR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0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페이퍼로지 5 Medium" pitchFamily="2" charset="-127"/>
                <a:ea typeface="페이퍼로지 5 Medium" pitchFamily="2" charset="-127"/>
              </a:rPr>
              <a:t>및 직능수준 개편의 정량 데이터  확보 </a:t>
            </a:r>
          </a:p>
        </p:txBody>
      </p:sp>
      <p:sp>
        <p:nvSpPr>
          <p:cNvPr id="78" name="TextBox 246">
            <a:extLst>
              <a:ext uri="{FF2B5EF4-FFF2-40B4-BE49-F238E27FC236}">
                <a16:creationId xmlns:a16="http://schemas.microsoft.com/office/drawing/2014/main" id="{A9B505E5-7A97-79D5-CDC1-DDD26F8E5EF3}"/>
              </a:ext>
            </a:extLst>
          </p:cNvPr>
          <p:cNvSpPr txBox="1"/>
          <p:nvPr/>
        </p:nvSpPr>
        <p:spPr>
          <a:xfrm>
            <a:off x="50497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직무활동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(Activity)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산출물 예시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40B6B940-DBD7-1CF9-5CF3-AF258E3A858F}"/>
              </a:ext>
            </a:extLst>
          </p:cNvPr>
          <p:cNvCxnSpPr>
            <a:cxnSpLocks/>
          </p:cNvCxnSpPr>
          <p:nvPr/>
        </p:nvCxnSpPr>
        <p:spPr>
          <a:xfrm>
            <a:off x="50497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796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E72D6-083F-79DB-D299-AB6767B7F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4C11903-275E-7BF8-1CA6-2DF44308D2EF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E5370B-F41A-B6AF-71DD-EB5B04493952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322A2F5-176B-8E20-7F5E-F63A2081BF1A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4923938-1A05-3B18-71E1-F8C6C469E7FD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15FDC81-D20E-E3B8-8D4C-361326602579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725A742-FB2D-F543-D680-D775F950B6BC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175AA92-6A82-D4AD-AF17-9BE2AA83034D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A285123-5EC8-6B15-01E2-7B1092CF2E1A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65271EE-B84C-9751-CEA7-5E39CA6CE7B0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0011394-5EFF-3028-D0B6-C4F9F2336E3A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CFA868-848A-64D5-6349-0193B4DE8B3A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프레임워크 설계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EEF4DD4-0F38-0D10-C100-9FC805F45927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직업정보 프레임워크 구성요소 및 직무활동 체계 정보를 기반으로 직무기술서 양식을 설계하였으며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KSCO ‘</a:t>
            </a:r>
            <a:r>
              <a:rPr lang="ko-KR" altLang="en-US" dirty="0"/>
              <a:t>회계사</a:t>
            </a:r>
            <a:r>
              <a:rPr lang="en-US" altLang="ko-KR" dirty="0"/>
              <a:t>’ </a:t>
            </a:r>
            <a:r>
              <a:rPr lang="ko-KR" altLang="en-US" dirty="0"/>
              <a:t>직업 직무기술서 작성 예시로 연구 진행 과정에서 구성 항목</a:t>
            </a:r>
            <a:r>
              <a:rPr lang="en-US" altLang="ko-KR" dirty="0"/>
              <a:t>·</a:t>
            </a:r>
            <a:r>
              <a:rPr lang="ko-KR" altLang="en-US" dirty="0"/>
              <a:t>내용을 정밀화</a:t>
            </a:r>
            <a:r>
              <a:rPr lang="en-US" altLang="ko-KR" dirty="0"/>
              <a:t>·</a:t>
            </a:r>
            <a:r>
              <a:rPr lang="ko-KR" altLang="en-US" dirty="0"/>
              <a:t>확정할 계획임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246">
            <a:extLst>
              <a:ext uri="{FF2B5EF4-FFF2-40B4-BE49-F238E27FC236}">
                <a16:creationId xmlns:a16="http://schemas.microsoft.com/office/drawing/2014/main" id="{52298062-FAD5-57EF-54DB-ACCE9D420C42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직무기술 정의서 작성 예시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 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회계사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2EFD172-BCEE-1D9C-6172-6884171AA6B0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C2647C9-76CE-05EB-B06B-D2816C55B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436465"/>
              </p:ext>
            </p:extLst>
          </p:nvPr>
        </p:nvGraphicFramePr>
        <p:xfrm>
          <a:off x="236538" y="2058329"/>
          <a:ext cx="4608512" cy="4399357"/>
        </p:xfrm>
        <a:graphic>
          <a:graphicData uri="http://schemas.openxmlformats.org/drawingml/2006/table">
            <a:tbl>
              <a:tblPr/>
              <a:tblGrid>
                <a:gridCol w="1333660">
                  <a:extLst>
                    <a:ext uri="{9D8B030D-6E8A-4147-A177-3AD203B41FA5}">
                      <a16:colId xmlns:a16="http://schemas.microsoft.com/office/drawing/2014/main" val="782386489"/>
                    </a:ext>
                  </a:extLst>
                </a:gridCol>
                <a:gridCol w="3274852">
                  <a:extLst>
                    <a:ext uri="{9D8B030D-6E8A-4147-A177-3AD203B41FA5}">
                      <a16:colId xmlns:a16="http://schemas.microsoft.com/office/drawing/2014/main" val="3248841406"/>
                    </a:ext>
                  </a:extLst>
                </a:gridCol>
              </a:tblGrid>
              <a:tr h="230767">
                <a:tc gridSpan="2">
                  <a:txBody>
                    <a:bodyPr/>
                    <a:lstStyle/>
                    <a:p>
                      <a:pPr marL="0" indent="0" algn="l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1. </a:t>
                      </a: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기본정보 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9728"/>
                  </a:ext>
                </a:extLst>
              </a:tr>
              <a:tr h="230767">
                <a:tc grid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① 직업 개요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825157"/>
                  </a:ext>
                </a:extLst>
              </a:tr>
              <a:tr h="23076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KSCO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코드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2812(KSCO 8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차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)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62959"/>
                  </a:ext>
                </a:extLst>
              </a:tr>
              <a:tr h="67850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KSCO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분류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대분류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전문가 및 관련 종사자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algn="l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중분류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28.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경영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금융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전문가 및 관련직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algn="l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소분류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281.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인사 및 경영 전문가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algn="l" fontAlgn="t">
                        <a:buNone/>
                      </a:pP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세분류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2812.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회계사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17030"/>
                  </a:ext>
                </a:extLst>
              </a:tr>
              <a:tr h="23076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직업명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회계사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(Accountant)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927144"/>
                  </a:ext>
                </a:extLst>
              </a:tr>
              <a:tr h="52679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정의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기업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기관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단체 등의 회계 관련 자료를 검토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작성하고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회계의 적정성에 대해 감사 의견을 진술하며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세무 자문 및 경영 컨설팅 업무를 수행하는 전문가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795574"/>
                  </a:ext>
                </a:extLst>
              </a:tr>
              <a:tr h="23076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국제 분류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ISCO-08: 2411 Accountants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022289"/>
                  </a:ext>
                </a:extLst>
              </a:tr>
              <a:tr h="230767">
                <a:tc gridSpan="2">
                  <a:txBody>
                    <a:bodyPr/>
                    <a:lstStyle/>
                    <a:p>
                      <a:pPr marL="0" indent="0" algn="l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2. </a:t>
                      </a: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578326"/>
                  </a:ext>
                </a:extLst>
              </a:tr>
              <a:tr h="230767">
                <a:tc grid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① 직무활동</a:t>
                      </a:r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(Activities)</a:t>
                      </a:r>
                      <a:endParaRPr lang="ko-KR" altLang="en-US" sz="10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033607"/>
                  </a:ext>
                </a:extLst>
              </a:tr>
              <a:tr h="83021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Task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재무제표 검토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감사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회계 기록 정확성 확인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세금 신고 자문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감사 보고서 작성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US" altLang="ko-KR" sz="1000" dirty="0"/>
                        <a:t>: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985560"/>
                  </a:ext>
                </a:extLst>
              </a:tr>
              <a:tr h="73918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GWA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정보 분석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(Analyzing Data or Information)</a:t>
                      </a: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정보 처리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(Processing Information)</a:t>
                      </a: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의사 결정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문제해결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(Decision Making)</a:t>
                      </a:r>
                    </a:p>
                    <a:p>
                      <a:pPr algn="ctr" fontAlgn="t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: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016104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112CFDF-CE2F-4218-5586-B01E24891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474940"/>
              </p:ext>
            </p:extLst>
          </p:nvPr>
        </p:nvGraphicFramePr>
        <p:xfrm>
          <a:off x="5060952" y="2058328"/>
          <a:ext cx="4571998" cy="4289960"/>
        </p:xfrm>
        <a:graphic>
          <a:graphicData uri="http://schemas.openxmlformats.org/drawingml/2006/table">
            <a:tbl>
              <a:tblPr/>
              <a:tblGrid>
                <a:gridCol w="1323093">
                  <a:extLst>
                    <a:ext uri="{9D8B030D-6E8A-4147-A177-3AD203B41FA5}">
                      <a16:colId xmlns:a16="http://schemas.microsoft.com/office/drawing/2014/main" val="782386489"/>
                    </a:ext>
                  </a:extLst>
                </a:gridCol>
                <a:gridCol w="3248905">
                  <a:extLst>
                    <a:ext uri="{9D8B030D-6E8A-4147-A177-3AD203B41FA5}">
                      <a16:colId xmlns:a16="http://schemas.microsoft.com/office/drawing/2014/main" val="3248841406"/>
                    </a:ext>
                  </a:extLst>
                </a:gridCol>
              </a:tblGrid>
              <a:tr h="186532">
                <a:tc grid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② 요구 요건</a:t>
                      </a:r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(Requirements)</a:t>
                      </a:r>
                      <a:endParaRPr lang="ko-KR" altLang="en-US" sz="10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825157"/>
                  </a:ext>
                </a:extLst>
              </a:tr>
              <a:tr h="58703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지식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회계원칙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·K-IFRS</a:t>
                      </a: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세법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감사기준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/>
                        <a:t>: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62959"/>
                  </a:ext>
                </a:extLst>
              </a:tr>
              <a:tr h="45577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기술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회계자료 분석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감사 절차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: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17030"/>
                  </a:ext>
                </a:extLst>
              </a:tr>
              <a:tr h="45577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능력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수리적 추론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연역적 추론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/>
                        <a:t>: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927144"/>
                  </a:ext>
                </a:extLst>
              </a:tr>
              <a:tr h="58703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도구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SAP</a:t>
                      </a: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ERP </a:t>
                      </a: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Excel</a:t>
                      </a:r>
                    </a:p>
                    <a:p>
                      <a:pPr algn="ctr" fontAlgn="t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: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795574"/>
                  </a:ext>
                </a:extLst>
              </a:tr>
              <a:tr h="186532">
                <a:tc grid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③ 맥락 정보</a:t>
                      </a:r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(Context)</a:t>
                      </a:r>
                      <a:endParaRPr lang="ko-KR" altLang="en-US" sz="10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033607"/>
                  </a:ext>
                </a:extLst>
              </a:tr>
              <a:tr h="45577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물리적 환경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사무실 실내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컴퓨터 작업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US" altLang="ko-KR" sz="1000" dirty="0"/>
                        <a:t>: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985560"/>
                  </a:ext>
                </a:extLst>
              </a:tr>
              <a:tr h="3245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사회적 환경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고객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동료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외부기관 협업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/>
                        <a:t>: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318747"/>
                  </a:ext>
                </a:extLst>
              </a:tr>
              <a:tr h="45577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경제적 환경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채용 공고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회계법인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기업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공공기관 등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indent="-92075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평균 임금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: 5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천만원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~ 9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천만원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: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016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0270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97D9C-6620-3FAC-2990-923236E4C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0BD4E4F-E7B9-4AF8-CF7B-0E9AAF0DF2C3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573961-FC06-3F3D-96FA-813D98C215F0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DC79D8F-0524-162A-13E8-5F13F474220B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3CBF431-8B56-8F57-1355-AD3E9D058F00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4FAEC00-0228-195D-A8B2-93DCE9411FFF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28351FD-7F3C-9AA6-727E-E4E31EF65DEA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F7BD703-1E30-1533-713E-D4981F5567DE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6F962AD-3991-EB26-CE88-02599908D2F7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EE53BF6-D03F-6CF4-4993-A029896CD1C7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92339D9-DD4A-4889-5CB4-E179A00A50A9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E49257-2313-0736-C86B-688F4CA92F63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프레임워크 설계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33F157D-EDB2-66D2-0195-9A76E4E32CA9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직업별 </a:t>
            </a:r>
            <a:r>
              <a:rPr lang="en-US" altLang="ko-KR" dirty="0"/>
              <a:t>GWA</a:t>
            </a:r>
            <a:r>
              <a:rPr lang="ko-KR" altLang="en-US"/>
              <a:t>를 한국</a:t>
            </a:r>
            <a:r>
              <a:rPr lang="en-US" altLang="ko-KR" dirty="0"/>
              <a:t> </a:t>
            </a:r>
            <a:r>
              <a:rPr lang="ko-KR" altLang="en-US" dirty="0"/>
              <a:t>직업 </a:t>
            </a:r>
            <a:r>
              <a:rPr lang="ko-KR" altLang="en-US"/>
              <a:t>특성과 </a:t>
            </a:r>
            <a:r>
              <a:rPr lang="en-US" altLang="ko-KR"/>
              <a:t>O</a:t>
            </a:r>
            <a:r>
              <a:rPr lang="en-US" altLang="ko-KR" dirty="0"/>
              <a:t>*NET DB</a:t>
            </a:r>
            <a:r>
              <a:rPr lang="ko-KR" altLang="en-US" dirty="0"/>
              <a:t>를 참조하여 각 직업에 </a:t>
            </a:r>
            <a:r>
              <a:rPr lang="ko-KR" altLang="en-US"/>
              <a:t>유의미한 </a:t>
            </a:r>
            <a:r>
              <a:rPr lang="en-US" altLang="ko-KR" dirty="0"/>
              <a:t>GWA</a:t>
            </a:r>
            <a:r>
              <a:rPr lang="ko-KR" altLang="en-US"/>
              <a:t>를 매칭하고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표준화된 </a:t>
            </a:r>
            <a:r>
              <a:rPr lang="ko-KR" altLang="en-US"/>
              <a:t>측정 척도</a:t>
            </a:r>
            <a:r>
              <a:rPr lang="en-US" altLang="ko-KR"/>
              <a:t>(</a:t>
            </a:r>
            <a:r>
              <a:rPr lang="ko-KR" altLang="en-US"/>
              <a:t>수준</a:t>
            </a:r>
            <a:r>
              <a:rPr lang="en-US" altLang="ko-KR"/>
              <a:t>·</a:t>
            </a:r>
            <a:r>
              <a:rPr lang="ko-KR" altLang="en-US"/>
              <a:t>중요도</a:t>
            </a:r>
            <a:r>
              <a:rPr lang="en-US" altLang="ko-KR" dirty="0"/>
              <a:t>) </a:t>
            </a:r>
            <a:r>
              <a:rPr lang="ko-KR" altLang="en-US"/>
              <a:t>및 </a:t>
            </a:r>
            <a:r>
              <a:rPr lang="en-US" altLang="ko-KR" dirty="0"/>
              <a:t>BARS </a:t>
            </a:r>
            <a:r>
              <a:rPr lang="ko-KR" altLang="en-US" dirty="0"/>
              <a:t>행동 앵커를 기반으로 </a:t>
            </a:r>
            <a:r>
              <a:rPr lang="ko-KR" altLang="en-US"/>
              <a:t>직업별 </a:t>
            </a:r>
            <a:r>
              <a:rPr lang="en-US" altLang="ko-KR" dirty="0"/>
              <a:t>GWA</a:t>
            </a:r>
            <a:r>
              <a:rPr lang="ko-KR" altLang="en-US"/>
              <a:t>를 평정</a:t>
            </a:r>
            <a:r>
              <a:rPr lang="en-US" altLang="ko-KR" dirty="0"/>
              <a:t>·</a:t>
            </a:r>
            <a:r>
              <a:rPr lang="ko-KR" altLang="en-US"/>
              <a:t>산정할 계획임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246">
            <a:extLst>
              <a:ext uri="{FF2B5EF4-FFF2-40B4-BE49-F238E27FC236}">
                <a16:creationId xmlns:a16="http://schemas.microsoft.com/office/drawing/2014/main" id="{4606F71F-6B49-D1AA-DC07-09D5B3F734B8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 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- GWA(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일반 활동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) Matrix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예시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 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회계사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E886AC7-8B93-E1A6-3E4E-7325721C069F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F13FCD1-1BE9-8156-6C50-087E1CE66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049268"/>
              </p:ext>
            </p:extLst>
          </p:nvPr>
        </p:nvGraphicFramePr>
        <p:xfrm>
          <a:off x="236537" y="2058328"/>
          <a:ext cx="4608513" cy="4394862"/>
        </p:xfrm>
        <a:graphic>
          <a:graphicData uri="http://schemas.openxmlformats.org/drawingml/2006/table">
            <a:tbl>
              <a:tblPr/>
              <a:tblGrid>
                <a:gridCol w="390614">
                  <a:extLst>
                    <a:ext uri="{9D8B030D-6E8A-4147-A177-3AD203B41FA5}">
                      <a16:colId xmlns:a16="http://schemas.microsoft.com/office/drawing/2014/main" val="782386489"/>
                    </a:ext>
                  </a:extLst>
                </a:gridCol>
                <a:gridCol w="2287499">
                  <a:extLst>
                    <a:ext uri="{9D8B030D-6E8A-4147-A177-3AD203B41FA5}">
                      <a16:colId xmlns:a16="http://schemas.microsoft.com/office/drawing/2014/main" val="1090540868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255830720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4160128641"/>
                    </a:ext>
                  </a:extLst>
                </a:gridCol>
              </a:tblGrid>
              <a:tr h="245688">
                <a:tc gridSpan="4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GWA Matrix</a:t>
                      </a:r>
                      <a:endParaRPr lang="ko-KR" altLang="en-US" sz="10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825157"/>
                  </a:ext>
                </a:extLst>
              </a:tr>
              <a:tr h="449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구분</a:t>
                      </a:r>
                      <a:endParaRPr lang="en-US" altLang="ko-KR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GWA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수준 </a:t>
                      </a:r>
                      <a:endParaRPr lang="en-US" altLang="ko-KR" sz="1000">
                        <a:effectLst/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00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(</a:t>
                      </a:r>
                      <a:r>
                        <a:rPr lang="en-US" sz="100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Level)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중요도 </a:t>
                      </a:r>
                      <a:endParaRPr lang="en-US" altLang="ko-KR" sz="1000">
                        <a:effectLst/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00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(</a:t>
                      </a:r>
                      <a:r>
                        <a:rPr lang="en-US" sz="100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Importance)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62959"/>
                  </a:ext>
                </a:extLst>
              </a:tr>
              <a:tr h="449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정보 분석 </a:t>
                      </a:r>
                      <a:endParaRPr lang="en-US" altLang="ko-KR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(</a:t>
                      </a:r>
                      <a:r>
                        <a:rPr lang="en-US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Analyzing Data or Information)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78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91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901797"/>
                  </a:ext>
                </a:extLst>
              </a:tr>
              <a:tr h="449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정보 처리 </a:t>
                      </a:r>
                      <a:endParaRPr lang="en-US" altLang="ko-KR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(</a:t>
                      </a:r>
                      <a:r>
                        <a:rPr lang="en-US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Processing Information)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79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89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445501"/>
                  </a:ext>
                </a:extLst>
              </a:tr>
              <a:tr h="449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정보 수집</a:t>
                      </a:r>
                      <a:endParaRPr lang="en-US" altLang="ko-KR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(</a:t>
                      </a:r>
                      <a:r>
                        <a:rPr lang="en-US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Getting Information)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76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88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549228"/>
                  </a:ext>
                </a:extLst>
              </a:tr>
              <a:tr h="276611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:</a:t>
                      </a:r>
                      <a:endParaRPr lang="en-US" altLang="ko-KR" sz="1000" dirty="0">
                        <a:effectLst/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17030"/>
                  </a:ext>
                </a:extLst>
              </a:tr>
              <a:tr h="449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의사결정</a:t>
                      </a:r>
                      <a:r>
                        <a:rPr lang="en-US" altLang="ko-KR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문제해결 </a:t>
                      </a:r>
                      <a:endParaRPr lang="en-US" altLang="ko-KR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(</a:t>
                      </a:r>
                      <a:r>
                        <a:rPr lang="en-US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Decision Making)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71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84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985560"/>
                  </a:ext>
                </a:extLst>
              </a:tr>
              <a:tr h="449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타인을 위한 정보 해석 </a:t>
                      </a:r>
                      <a:endParaRPr lang="en-US" altLang="ko-KR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(</a:t>
                      </a:r>
                      <a:r>
                        <a:rPr lang="en-US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Interpreting for Others)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64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80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318747"/>
                  </a:ext>
                </a:extLst>
              </a:tr>
              <a:tr h="449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외부 조직과 의사소통 </a:t>
                      </a:r>
                      <a:endParaRPr lang="en-US" altLang="ko-KR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(</a:t>
                      </a:r>
                      <a:r>
                        <a:rPr lang="en-US" sz="1000" i="1" dirty="0">
                          <a:latin typeface="페이퍼로지 3 Light" pitchFamily="2" charset="-127"/>
                          <a:ea typeface="페이퍼로지 3 Light" pitchFamily="2" charset="-127"/>
                        </a:rPr>
                        <a:t>External Communication)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57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80</a:t>
                      </a: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016104"/>
                  </a:ext>
                </a:extLst>
              </a:tr>
              <a:tr h="276611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latin typeface="페이퍼로지 3 Light" pitchFamily="2" charset="-127"/>
                          <a:ea typeface="페이퍼로지 3 Light" pitchFamily="2" charset="-127"/>
                        </a:rPr>
                        <a:t>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893160"/>
                  </a:ext>
                </a:extLst>
              </a:tr>
              <a:tr h="449494">
                <a:tc grid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i="1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※ O*NET DB</a:t>
                      </a:r>
                      <a:r>
                        <a:rPr lang="ko-KR" altLang="en-US" sz="1000" i="1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를 참조하면서 각 직업에 유의미한 </a:t>
                      </a:r>
                      <a:r>
                        <a:rPr lang="en-US" altLang="ko-KR" sz="1000" i="1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GWA</a:t>
                      </a:r>
                      <a:r>
                        <a:rPr lang="ko-KR" altLang="en-US" sz="1000" i="1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를 포함하는 형태로 평정 </a:t>
                      </a:r>
                      <a:endParaRPr lang="en-US" altLang="ko-KR" sz="1000" i="1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i="1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※ </a:t>
                      </a:r>
                      <a:r>
                        <a:rPr lang="ko-KR" altLang="en-US" sz="1000" i="1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항목 수는 직업 특성에 따라 가변적 </a:t>
                      </a:r>
                      <a:r>
                        <a:rPr lang="en-US" altLang="ko-KR" sz="1000" i="1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(10</a:t>
                      </a:r>
                      <a:r>
                        <a:rPr lang="ko-KR" altLang="en-US" sz="1000" i="1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개 내외</a:t>
                      </a:r>
                      <a:r>
                        <a:rPr lang="en-US" altLang="ko-KR" sz="1000" i="1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972482"/>
                  </a:ext>
                </a:extLst>
              </a:tr>
            </a:tbl>
          </a:graphicData>
        </a:graphic>
      </p:graphicFrame>
      <p:sp>
        <p:nvSpPr>
          <p:cNvPr id="8" name="TextBox 246">
            <a:extLst>
              <a:ext uri="{FF2B5EF4-FFF2-40B4-BE49-F238E27FC236}">
                <a16:creationId xmlns:a16="http://schemas.microsoft.com/office/drawing/2014/main" id="{7082FA00-CA58-D5D3-350E-BE06C787F2D6}"/>
              </a:ext>
            </a:extLst>
          </p:cNvPr>
          <p:cNvSpPr txBox="1"/>
          <p:nvPr/>
        </p:nvSpPr>
        <p:spPr>
          <a:xfrm>
            <a:off x="5060952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직무활동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정보 측정 척도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52DA0AF-07F7-5DBF-D850-7E85258FCCBE}"/>
              </a:ext>
            </a:extLst>
          </p:cNvPr>
          <p:cNvCxnSpPr>
            <a:cxnSpLocks/>
          </p:cNvCxnSpPr>
          <p:nvPr/>
        </p:nvCxnSpPr>
        <p:spPr>
          <a:xfrm>
            <a:off x="5060952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2A7A715C-5191-FD60-993A-3F93BCCC2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640159"/>
              </p:ext>
            </p:extLst>
          </p:nvPr>
        </p:nvGraphicFramePr>
        <p:xfrm>
          <a:off x="5060952" y="2058328"/>
          <a:ext cx="4571988" cy="1274634"/>
        </p:xfrm>
        <a:graphic>
          <a:graphicData uri="http://schemas.openxmlformats.org/drawingml/2006/table">
            <a:tbl>
              <a:tblPr/>
              <a:tblGrid>
                <a:gridCol w="1191604">
                  <a:extLst>
                    <a:ext uri="{9D8B030D-6E8A-4147-A177-3AD203B41FA5}">
                      <a16:colId xmlns:a16="http://schemas.microsoft.com/office/drawing/2014/main" val="782386489"/>
                    </a:ext>
                  </a:extLst>
                </a:gridCol>
                <a:gridCol w="566286">
                  <a:extLst>
                    <a:ext uri="{9D8B030D-6E8A-4147-A177-3AD203B41FA5}">
                      <a16:colId xmlns:a16="http://schemas.microsoft.com/office/drawing/2014/main" val="3248841406"/>
                    </a:ext>
                  </a:extLst>
                </a:gridCol>
                <a:gridCol w="478842">
                  <a:extLst>
                    <a:ext uri="{9D8B030D-6E8A-4147-A177-3AD203B41FA5}">
                      <a16:colId xmlns:a16="http://schemas.microsoft.com/office/drawing/2014/main" val="132220299"/>
                    </a:ext>
                  </a:extLst>
                </a:gridCol>
                <a:gridCol w="1622631">
                  <a:extLst>
                    <a:ext uri="{9D8B030D-6E8A-4147-A177-3AD203B41FA5}">
                      <a16:colId xmlns:a16="http://schemas.microsoft.com/office/drawing/2014/main" val="2261642632"/>
                    </a:ext>
                  </a:extLst>
                </a:gridCol>
                <a:gridCol w="712625">
                  <a:extLst>
                    <a:ext uri="{9D8B030D-6E8A-4147-A177-3AD203B41FA5}">
                      <a16:colId xmlns:a16="http://schemas.microsoft.com/office/drawing/2014/main" val="3526763397"/>
                    </a:ext>
                  </a:extLst>
                </a:gridCol>
              </a:tblGrid>
              <a:tr h="1865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대상</a:t>
                      </a:r>
                      <a:endParaRPr 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범위</a:t>
                      </a:r>
                      <a:endParaRPr 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의미</a:t>
                      </a:r>
                      <a:endParaRPr 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표준화</a:t>
                      </a:r>
                      <a:endParaRPr 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825157"/>
                  </a:ext>
                </a:extLst>
              </a:tr>
              <a:tr h="5214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수준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(Level)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GWA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0 ~ 7</a:t>
                      </a:r>
                    </a:p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(8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단계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)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직무가 요구하는 복잡성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난이도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0 ~ 100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62959"/>
                  </a:ext>
                </a:extLst>
              </a:tr>
              <a:tr h="5214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중요도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(Importance)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2786" marR="42786" marT="32090" marB="3209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GWA</a:t>
                      </a:r>
                    </a:p>
                    <a:p>
                      <a:pPr marL="88900" indent="-8890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Task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1 ~ 5</a:t>
                      </a:r>
                    </a:p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(5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단계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)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직무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수행에서의 중요도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buFont typeface="Arial" panose="020B0604020202020204" pitchFamily="34" charset="0"/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0 ~ 100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17030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C3F94BB5-B606-7C26-A501-F37B2EF19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950" y="3876642"/>
            <a:ext cx="4571998" cy="6400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48FD3A6-6C49-C272-4ADD-8E716CAF7A32}"/>
              </a:ext>
            </a:extLst>
          </p:cNvPr>
          <p:cNvSpPr txBox="1"/>
          <p:nvPr/>
        </p:nvSpPr>
        <p:spPr>
          <a:xfrm>
            <a:off x="5581653" y="4632966"/>
            <a:ext cx="1187447" cy="640092"/>
          </a:xfrm>
          <a:prstGeom prst="rect">
            <a:avLst/>
          </a:prstGeom>
          <a:pattFill prst="dkUpDiag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  <a:ln w="28575" cap="flat" cmpd="sng" algn="ctr">
            <a:solidFill>
              <a:schemeClr val="accent6"/>
            </a:solidFill>
            <a:prstDash val="solid"/>
            <a:miter lim="800000"/>
          </a:ln>
          <a:effectLst/>
        </p:spPr>
        <p:txBody>
          <a:bodyPr rtlCol="0" anchor="t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r>
              <a:rPr lang="ko-KR" altLang="en-US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점</a:t>
            </a: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(Low)</a:t>
            </a:r>
          </a:p>
          <a:p>
            <a:pPr>
              <a:lnSpc>
                <a:spcPct val="150000"/>
              </a:lnSpc>
            </a:pP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“</a:t>
            </a:r>
            <a:r>
              <a:rPr lang="ko-KR" altLang="en-US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매장에서 거스름돈 계산을 위한 가격표 읽기</a:t>
            </a: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”</a:t>
            </a:r>
            <a:endParaRPr lang="en-US" altLang="ko-KR" sz="7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926D31-81A0-A5CD-AB75-06F1A787C6CA}"/>
              </a:ext>
            </a:extLst>
          </p:cNvPr>
          <p:cNvSpPr txBox="1"/>
          <p:nvPr/>
        </p:nvSpPr>
        <p:spPr>
          <a:xfrm>
            <a:off x="6946903" y="4632966"/>
            <a:ext cx="1187447" cy="640092"/>
          </a:xfrm>
          <a:prstGeom prst="rect">
            <a:avLst/>
          </a:prstGeom>
          <a:pattFill prst="dk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28575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t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r>
            <a:r>
              <a:rPr lang="ko-KR" altLang="en-US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점</a:t>
            </a: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(Mod)</a:t>
            </a:r>
          </a:p>
          <a:p>
            <a:pPr>
              <a:lnSpc>
                <a:spcPct val="150000"/>
              </a:lnSpc>
            </a:pP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“</a:t>
            </a:r>
            <a:r>
              <a:rPr lang="ko-KR" altLang="en-US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공급업체와 통화로 주문 상태 정보 파악</a:t>
            </a: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”</a:t>
            </a:r>
            <a:endParaRPr lang="en-US" altLang="ko-KR" sz="7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A2567B-2837-0B08-1A0C-3B2EDCCDBCCB}"/>
              </a:ext>
            </a:extLst>
          </p:cNvPr>
          <p:cNvSpPr txBox="1"/>
          <p:nvPr/>
        </p:nvSpPr>
        <p:spPr>
          <a:xfrm>
            <a:off x="8312153" y="4632966"/>
            <a:ext cx="1187447" cy="640092"/>
          </a:xfrm>
          <a:prstGeom prst="rect">
            <a:avLst/>
          </a:prstGeom>
          <a:pattFill prst="dkUpDiag">
            <a:fgClr>
              <a:srgbClr val="FADADF"/>
            </a:fgClr>
            <a:bgClr>
              <a:schemeClr val="bg1"/>
            </a:bgClr>
          </a:pattFill>
          <a:ln w="28575" cap="flat" cmpd="sng" algn="ctr">
            <a:solidFill>
              <a:srgbClr val="9A0000"/>
            </a:solidFill>
            <a:prstDash val="solid"/>
            <a:miter lim="800000"/>
          </a:ln>
          <a:effectLst/>
        </p:spPr>
        <p:txBody>
          <a:bodyPr rtlCol="0" anchor="t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6</a:t>
            </a:r>
            <a:r>
              <a:rPr lang="ko-KR" altLang="en-US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점</a:t>
            </a: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(High)</a:t>
            </a:r>
          </a:p>
          <a:p>
            <a:pPr>
              <a:lnSpc>
                <a:spcPct val="150000"/>
              </a:lnSpc>
            </a:pP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“</a:t>
            </a:r>
            <a:r>
              <a:rPr lang="ko-KR" altLang="en-US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합병 검토를 위한 </a:t>
            </a:r>
            <a:r>
              <a:rPr lang="ko-KR" altLang="en-US" sz="800" kern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다부서</a:t>
            </a:r>
            <a:r>
              <a:rPr lang="ko-KR" altLang="en-US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 재무</a:t>
            </a: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전략</a:t>
            </a: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데이터 종합</a:t>
            </a:r>
            <a:r>
              <a:rPr lang="en-US" altLang="ko-KR" sz="8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”</a:t>
            </a:r>
            <a:endParaRPr lang="en-US" altLang="ko-KR" sz="7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TextBox 246">
            <a:extLst>
              <a:ext uri="{FF2B5EF4-FFF2-40B4-BE49-F238E27FC236}">
                <a16:creationId xmlns:a16="http://schemas.microsoft.com/office/drawing/2014/main" id="{51944FF4-343D-BAD6-1CF1-74408254F60E}"/>
              </a:ext>
            </a:extLst>
          </p:cNvPr>
          <p:cNvSpPr txBox="1"/>
          <p:nvPr/>
        </p:nvSpPr>
        <p:spPr>
          <a:xfrm>
            <a:off x="5060952" y="3429000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en-US" altLang="ko-KR" sz="10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GWA </a:t>
            </a:r>
            <a:r>
              <a:rPr lang="ko-KR" altLang="en-US" sz="10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수준</a:t>
            </a:r>
            <a:r>
              <a:rPr lang="en-US" altLang="ko-KR" sz="10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(Level) </a:t>
            </a:r>
            <a:r>
              <a:rPr lang="ko-KR" altLang="en-US" sz="10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측정 행동 앵커 예시</a:t>
            </a:r>
            <a:endParaRPr lang="en-US" altLang="ko-KR" sz="105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  <a:p>
            <a:pPr latinLnBrk="0"/>
            <a:r>
              <a:rPr lang="en-US" altLang="ko-KR" sz="10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0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▶ </a:t>
            </a:r>
            <a:r>
              <a:rPr lang="en-US" altLang="ko-KR" sz="10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GWA : </a:t>
            </a:r>
            <a:r>
              <a:rPr lang="ko-KR" altLang="en-US" sz="10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정보 수집</a:t>
            </a:r>
            <a:r>
              <a:rPr lang="en-US" altLang="ko-KR" sz="10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(Getting Information)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A0849A-9AEB-DD7A-2B98-C21D73D3B51D}"/>
              </a:ext>
            </a:extLst>
          </p:cNvPr>
          <p:cNvSpPr txBox="1"/>
          <p:nvPr/>
        </p:nvSpPr>
        <p:spPr>
          <a:xfrm>
            <a:off x="5060950" y="5532131"/>
            <a:ext cx="457199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▶ 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O*NET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은 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41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개 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GWA 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각각에 대해 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Low(2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점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)·Moderate(4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점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)·High(6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점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) 3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개 위치의 행동 앵커 텍스트를 제공</a:t>
            </a:r>
            <a:endParaRPr lang="en-US" altLang="ko-KR" sz="1000" dirty="0">
              <a:latin typeface="페이퍼로지 3 Light" pitchFamily="2" charset="-127"/>
              <a:ea typeface="페이퍼로지 3 Light" pitchFamily="2" charset="-127"/>
            </a:endParaRPr>
          </a:p>
          <a:p>
            <a:endParaRPr lang="en-US" altLang="ko-KR" sz="1000" dirty="0">
              <a:latin typeface="페이퍼로지 3 Light" pitchFamily="2" charset="-127"/>
              <a:ea typeface="페이퍼로지 3 Light" pitchFamily="2" charset="-127"/>
            </a:endParaRPr>
          </a:p>
          <a:p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▶ 본 연구는 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O*NET 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행동 앵커를 활용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·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참조하되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, 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직업 특성에 따라 한국 직업 사례 기반으로 수정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·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보완하고 전문가 검토를 거쳐 </a:t>
            </a:r>
            <a:r>
              <a:rPr lang="en-US" altLang="ko-KR" sz="1000" dirty="0">
                <a:latin typeface="페이퍼로지 3 Light" pitchFamily="2" charset="-127"/>
                <a:ea typeface="페이퍼로지 3 Light" pitchFamily="2" charset="-127"/>
              </a:rPr>
              <a:t>BARS </a:t>
            </a:r>
            <a:r>
              <a:rPr lang="ko-KR" altLang="en-US" sz="1000" dirty="0">
                <a:latin typeface="페이퍼로지 3 Light" pitchFamily="2" charset="-127"/>
                <a:ea typeface="페이퍼로지 3 Light" pitchFamily="2" charset="-127"/>
              </a:rPr>
              <a:t>앵커 확정</a:t>
            </a:r>
            <a:endParaRPr lang="ko-KR" altLang="en-US" sz="1000" b="1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1"/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6801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DE7AF-BF5F-BD95-958C-B3D2A42FB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464D99-98A3-F176-A84A-61CF0B0E8642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F1B6F1-6CC5-36D2-F9ED-FA402983AB0D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AC05513-DE11-BC31-245A-C0A7975CFF12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BE5C2B8-1ADC-E7A0-FB87-C415E668F5BC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4216644-322A-0522-9EE1-45E984C07E4D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A289025-8AA5-D9F7-2C76-BFA64C96E3F1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2B0E388-53F1-6428-05DF-18547C5E5A9F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563E6A2-B48C-B3FD-348F-3BC0B8020072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2A06E19-954C-344C-2179-EF2A69460962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F445812-AA72-2A7E-2DCA-4FD86952105D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79AA3A-E1F6-5711-BA31-747ACE59C581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프레임워크 검증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20CA42A-9738-7489-F397-ABCA3DC80F84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본 연구에서 설계한 직업정보 프레임워크의 적용 가능성과 변별력을 검증하기 위해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KSCO </a:t>
            </a:r>
            <a:r>
              <a:rPr lang="ko-KR" altLang="en-US" dirty="0"/>
              <a:t>중분류 </a:t>
            </a:r>
            <a:r>
              <a:rPr lang="en-US" altLang="ko-KR" dirty="0"/>
              <a:t>2~3</a:t>
            </a:r>
            <a:r>
              <a:rPr lang="ko-KR" altLang="en-US" dirty="0"/>
              <a:t>개를 시범 대상으로 선정하고 전문가 평정 시뮬레이션을 수행할 계획임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246">
            <a:extLst>
              <a:ext uri="{FF2B5EF4-FFF2-40B4-BE49-F238E27FC236}">
                <a16:creationId xmlns:a16="http://schemas.microsoft.com/office/drawing/2014/main" id="{380D41C8-463E-B7CA-B233-7705323882B6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직업정보 프레임워크 시뮬레이션 대상 선정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9346543-51AF-0D0C-230E-B181BC829A19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246">
            <a:extLst>
              <a:ext uri="{FF2B5EF4-FFF2-40B4-BE49-F238E27FC236}">
                <a16:creationId xmlns:a16="http://schemas.microsoft.com/office/drawing/2014/main" id="{4744EB4A-9E57-A9C6-EBF1-9ACD68B83B85}"/>
              </a:ext>
            </a:extLst>
          </p:cNvPr>
          <p:cNvSpPr txBox="1"/>
          <p:nvPr/>
        </p:nvSpPr>
        <p:spPr>
          <a:xfrm>
            <a:off x="5060952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직무정보 프레임워크 검증 시뮬레이션 절차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8594188-0983-FDB1-954F-FCB499DC18DC}"/>
              </a:ext>
            </a:extLst>
          </p:cNvPr>
          <p:cNvCxnSpPr>
            <a:cxnSpLocks/>
          </p:cNvCxnSpPr>
          <p:nvPr/>
        </p:nvCxnSpPr>
        <p:spPr>
          <a:xfrm>
            <a:off x="5060952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0550E30-4956-884B-4766-F993F72B8C25}"/>
              </a:ext>
            </a:extLst>
          </p:cNvPr>
          <p:cNvSpPr txBox="1"/>
          <p:nvPr/>
        </p:nvSpPr>
        <p:spPr>
          <a:xfrm>
            <a:off x="236539" y="2241550"/>
            <a:ext cx="813100" cy="1538200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시뮬레이션</a:t>
            </a:r>
            <a:endParaRPr lang="en-US" altLang="ko-KR" sz="12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대상 선정</a:t>
            </a:r>
            <a:endParaRPr lang="en-US" altLang="ko-KR" sz="12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30C238-2EFD-DD3E-364E-77FC11ED977E}"/>
              </a:ext>
            </a:extLst>
          </p:cNvPr>
          <p:cNvSpPr txBox="1"/>
          <p:nvPr/>
        </p:nvSpPr>
        <p:spPr>
          <a:xfrm>
            <a:off x="1124910" y="2276474"/>
            <a:ext cx="3698220" cy="1492959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200" dirty="0"/>
              <a:t> [KSCO </a:t>
            </a:r>
            <a:r>
              <a:rPr lang="ko-KR" altLang="en-US" sz="1200" dirty="0"/>
              <a:t>중분류 수준</a:t>
            </a:r>
            <a:r>
              <a:rPr lang="en-US" altLang="ko-KR" sz="1200" dirty="0"/>
              <a:t>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직무 특성이 서로 다른 산업 영역을 대표하는 </a:t>
            </a:r>
            <a:r>
              <a:rPr lang="ko-KR" altLang="en-US" sz="1200" dirty="0" err="1"/>
              <a:t>직업군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지식 기반 직업과 기술 기반 직업을 모두 포함하는 </a:t>
            </a:r>
            <a:r>
              <a:rPr lang="ko-KR" altLang="en-US" sz="1200" dirty="0" err="1"/>
              <a:t>직업군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직무 수행 방식이 비교적 명확하게 구분되는 </a:t>
            </a:r>
            <a:r>
              <a:rPr lang="ko-KR" altLang="en-US" sz="1200" dirty="0" err="1"/>
              <a:t>직업군</a:t>
            </a:r>
            <a:endParaRPr lang="en-US" altLang="ko-KR" sz="1200" dirty="0"/>
          </a:p>
          <a:p>
            <a:r>
              <a:rPr lang="en-US" altLang="ko-KR" sz="1200" dirty="0"/>
              <a:t>ex) </a:t>
            </a:r>
            <a:r>
              <a:rPr lang="ko-KR" altLang="en-US" sz="1200" dirty="0"/>
              <a:t>전문서비스 영역 </a:t>
            </a:r>
            <a:r>
              <a:rPr lang="en-US" altLang="ko-KR" sz="1200" dirty="0"/>
              <a:t>+ </a:t>
            </a:r>
            <a:r>
              <a:rPr lang="ko-KR" altLang="en-US" sz="1200" dirty="0"/>
              <a:t>생산 영역 </a:t>
            </a:r>
            <a:r>
              <a:rPr lang="en-US" altLang="ko-KR" sz="1200" dirty="0"/>
              <a:t>+ </a:t>
            </a:r>
            <a:r>
              <a:rPr lang="ko-KR" altLang="en-US" sz="1200" dirty="0"/>
              <a:t>기술 영역 등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AFFC2B-B82C-9458-5815-0CF4849C4FB4}"/>
              </a:ext>
            </a:extLst>
          </p:cNvPr>
          <p:cNvSpPr txBox="1"/>
          <p:nvPr/>
        </p:nvSpPr>
        <p:spPr>
          <a:xfrm>
            <a:off x="236539" y="3876642"/>
            <a:ext cx="813100" cy="2576546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시뮬레이션</a:t>
            </a:r>
            <a:endParaRPr lang="en-US" altLang="ko-KR" sz="12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대상 선정</a:t>
            </a:r>
            <a:r>
              <a:rPr lang="en-US" altLang="ko-KR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안</a:t>
            </a:r>
            <a:r>
              <a:rPr lang="en-US" altLang="ko-KR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97F13B6A-BD86-CA1B-F8F6-A5ED3FC8E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663520"/>
              </p:ext>
            </p:extLst>
          </p:nvPr>
        </p:nvGraphicFramePr>
        <p:xfrm>
          <a:off x="1124910" y="3876642"/>
          <a:ext cx="3720141" cy="2576546"/>
        </p:xfrm>
        <a:graphic>
          <a:graphicData uri="http://schemas.openxmlformats.org/drawingml/2006/table">
            <a:tbl>
              <a:tblPr/>
              <a:tblGrid>
                <a:gridCol w="1000452">
                  <a:extLst>
                    <a:ext uri="{9D8B030D-6E8A-4147-A177-3AD203B41FA5}">
                      <a16:colId xmlns:a16="http://schemas.microsoft.com/office/drawing/2014/main" val="3675168837"/>
                    </a:ext>
                  </a:extLst>
                </a:gridCol>
                <a:gridCol w="1248033">
                  <a:extLst>
                    <a:ext uri="{9D8B030D-6E8A-4147-A177-3AD203B41FA5}">
                      <a16:colId xmlns:a16="http://schemas.microsoft.com/office/drawing/2014/main" val="570659017"/>
                    </a:ext>
                  </a:extLst>
                </a:gridCol>
                <a:gridCol w="1471656">
                  <a:extLst>
                    <a:ext uri="{9D8B030D-6E8A-4147-A177-3AD203B41FA5}">
                      <a16:colId xmlns:a16="http://schemas.microsoft.com/office/drawing/2014/main" val="2445292385"/>
                    </a:ext>
                  </a:extLst>
                </a:gridCol>
              </a:tblGrid>
              <a:tr h="269934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중분류 </a:t>
                      </a:r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안</a:t>
                      </a:r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 특성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11988"/>
                  </a:ext>
                </a:extLst>
              </a:tr>
              <a:tr h="576653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지식 기반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28.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경영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금융 전문가 및 관련직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정보 분석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의사결정 중심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223882"/>
                  </a:ext>
                </a:extLst>
              </a:tr>
              <a:tr h="576653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기술 기반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22.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정보통신 전문가 및 기술직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도구 활용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문제해결 중심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637839"/>
                  </a:ext>
                </a:extLst>
              </a:tr>
              <a:tr h="576653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대인서비스 기반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24.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보건 전문가 및 관련직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대인 상호작용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진단 중심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445202"/>
                  </a:ext>
                </a:extLst>
              </a:tr>
              <a:tr h="576653">
                <a:tc gridSpan="3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※ KSCO 8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차 개정 영향 영역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신생 직업 포함 영역 등 정책 시의성을 고려하여 발주기관 협의 후 최종 확정 예정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17518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0888C579-8058-B38F-ACDA-4BC7DF87BFEC}"/>
              </a:ext>
            </a:extLst>
          </p:cNvPr>
          <p:cNvSpPr txBox="1"/>
          <p:nvPr/>
        </p:nvSpPr>
        <p:spPr>
          <a:xfrm>
            <a:off x="5060951" y="2241550"/>
            <a:ext cx="1720850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단계</a:t>
            </a:r>
            <a:endParaRPr lang="en-US" altLang="ko-KR" sz="11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7F2192-8BFB-7E8C-1BC8-07009EF10D02}"/>
              </a:ext>
            </a:extLst>
          </p:cNvPr>
          <p:cNvSpPr txBox="1"/>
          <p:nvPr/>
        </p:nvSpPr>
        <p:spPr>
          <a:xfrm>
            <a:off x="6905624" y="2241550"/>
            <a:ext cx="2741917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내용</a:t>
            </a:r>
            <a:endParaRPr lang="en-US" altLang="ko-KR" sz="11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4453C3CF-D437-8EA4-80E9-BCED31B4903C}"/>
              </a:ext>
            </a:extLst>
          </p:cNvPr>
          <p:cNvGrpSpPr/>
          <p:nvPr/>
        </p:nvGrpSpPr>
        <p:grpSpPr>
          <a:xfrm>
            <a:off x="5060951" y="2697480"/>
            <a:ext cx="4586591" cy="3755707"/>
            <a:chOff x="5060951" y="2697481"/>
            <a:chExt cx="4586591" cy="3414904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D5BEE4F3-0288-8014-0489-C10BD75B0F74}"/>
                </a:ext>
              </a:extLst>
            </p:cNvPr>
            <p:cNvGrpSpPr/>
            <p:nvPr/>
          </p:nvGrpSpPr>
          <p:grpSpPr>
            <a:xfrm>
              <a:off x="5060951" y="2697481"/>
              <a:ext cx="4586591" cy="596857"/>
              <a:chOff x="5060951" y="2697481"/>
              <a:chExt cx="4586591" cy="596857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7D61D3B-FC03-E2D6-6457-9086E0B1B26D}"/>
                  </a:ext>
                </a:extLst>
              </p:cNvPr>
              <p:cNvSpPr txBox="1"/>
              <p:nvPr/>
            </p:nvSpPr>
            <p:spPr>
              <a:xfrm>
                <a:off x="5060951" y="2697481"/>
                <a:ext cx="1720854" cy="596857"/>
              </a:xfrm>
              <a:prstGeom prst="rect">
                <a:avLst/>
              </a:prstGeom>
              <a:solidFill>
                <a:srgbClr val="DDEBF7"/>
              </a:solidFill>
              <a:ln w="28575" cap="flat" cmpd="sng" algn="ctr">
                <a:solidFill>
                  <a:srgbClr val="71AAE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72000" tIns="72000" rIns="72000" bIns="72000" rtlCol="0" anchor="ctr"/>
              <a:lstStyle>
                <a:defPPr>
                  <a:defRPr lang="en-US"/>
                </a:defPPr>
                <a:lvl1pPr algn="ctr" defTabSz="804838">
                  <a:lnSpc>
                    <a:spcPct val="130000"/>
                  </a:lnSpc>
                  <a:defRPr sz="1200">
                    <a:latin typeface="페이퍼로지 5 Medium" pitchFamily="2" charset="-127"/>
                    <a:ea typeface="페이퍼로지 5 Medium" pitchFamily="2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ko-KR" altLang="en-US" sz="1100" dirty="0"/>
                  <a:t>① 직업별 직무활동 도출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C085A13-B450-407A-8B03-5FC1F289AA4C}"/>
                  </a:ext>
                </a:extLst>
              </p:cNvPr>
              <p:cNvSpPr txBox="1"/>
              <p:nvPr/>
            </p:nvSpPr>
            <p:spPr>
              <a:xfrm>
                <a:off x="6905625" y="2697481"/>
                <a:ext cx="2741917" cy="596857"/>
              </a:xfrm>
              <a:prstGeom prst="rect">
                <a:avLst/>
              </a:prstGeom>
              <a:solidFill>
                <a:schemeClr val="bg1"/>
              </a:solidFill>
              <a:ln w="38100" cmpd="tri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72000" rIns="72000" bIns="72000" rtlCol="0" anchor="ctr"/>
              <a:lstStyle>
                <a:defPPr>
                  <a:defRPr lang="en-US"/>
                </a:defPPr>
                <a:lvl1pPr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페이퍼로지 5 Medium" pitchFamily="2" charset="-127"/>
                    <a:ea typeface="페이퍼로지 5 Medium" pitchFamily="2" charset="-127"/>
                    <a:cs typeface="Paperlogy-4Regular" pitchFamily="34" charset="-120"/>
                  </a:defRPr>
                </a:lvl1pPr>
                <a:lvl2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marL="85725" indent="-85725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92075" algn="l"/>
                  </a:tabLst>
                </a:pPr>
                <a:r>
                  <a:rPr lang="ko-KR" altLang="en-US" dirty="0"/>
                  <a:t>자연어 처리</a:t>
                </a:r>
                <a:r>
                  <a:rPr lang="en-US" altLang="ko-KR" dirty="0"/>
                  <a:t>(NLP) </a:t>
                </a:r>
                <a:r>
                  <a:rPr lang="ko-KR" altLang="en-US" dirty="0"/>
                  <a:t>분석 → </a:t>
                </a:r>
                <a:r>
                  <a:rPr lang="en-US" altLang="ko-KR" dirty="0"/>
                  <a:t>Task </a:t>
                </a:r>
                <a:r>
                  <a:rPr lang="ko-KR" altLang="en-US" dirty="0"/>
                  <a:t>→ </a:t>
                </a:r>
                <a:r>
                  <a:rPr lang="en-US" altLang="ko-KR" dirty="0"/>
                  <a:t>DWA </a:t>
                </a:r>
                <a:r>
                  <a:rPr lang="ko-KR" altLang="en-US" dirty="0"/>
                  <a:t>→ </a:t>
                </a:r>
                <a:r>
                  <a:rPr lang="en-US" altLang="ko-KR" dirty="0"/>
                  <a:t>IWA </a:t>
                </a:r>
                <a:r>
                  <a:rPr lang="ko-KR" altLang="en-US" dirty="0"/>
                  <a:t>→ </a:t>
                </a:r>
                <a:r>
                  <a:rPr lang="en-US" altLang="ko-KR" dirty="0"/>
                  <a:t>GWA </a:t>
                </a:r>
                <a:r>
                  <a:rPr lang="ko-KR" altLang="en-US" dirty="0"/>
                  <a:t>도출 </a:t>
                </a:r>
                <a:endParaRPr lang="en-US" altLang="ko-KR" dirty="0"/>
              </a:p>
              <a:p>
                <a:pPr marL="85725" indent="-85725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92075" algn="l"/>
                  </a:tabLst>
                </a:pPr>
                <a:r>
                  <a:rPr lang="ko-KR" altLang="en-US" dirty="0"/>
                  <a:t>직업별 직무기술 정의서 도출</a:t>
                </a:r>
                <a:endParaRPr lang="en-US" altLang="ko-KR" dirty="0"/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178EEBD6-183A-CD0B-47D7-D83765D3E420}"/>
                </a:ext>
              </a:extLst>
            </p:cNvPr>
            <p:cNvGrpSpPr/>
            <p:nvPr/>
          </p:nvGrpSpPr>
          <p:grpSpPr>
            <a:xfrm>
              <a:off x="5060951" y="3400921"/>
              <a:ext cx="4586591" cy="599380"/>
              <a:chOff x="5060951" y="3488748"/>
              <a:chExt cx="4586591" cy="599380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C7AB525-7A97-2B90-B991-A57AADE02200}"/>
                  </a:ext>
                </a:extLst>
              </p:cNvPr>
              <p:cNvSpPr txBox="1"/>
              <p:nvPr/>
            </p:nvSpPr>
            <p:spPr>
              <a:xfrm>
                <a:off x="5060951" y="3488748"/>
                <a:ext cx="1720854" cy="596857"/>
              </a:xfrm>
              <a:prstGeom prst="rect">
                <a:avLst/>
              </a:prstGeom>
              <a:solidFill>
                <a:srgbClr val="DDEBF7"/>
              </a:solidFill>
              <a:ln w="28575" cap="flat" cmpd="sng" algn="ctr">
                <a:solidFill>
                  <a:srgbClr val="71AAE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72000" tIns="72000" rIns="72000" bIns="72000" rtlCol="0" anchor="ctr"/>
              <a:lstStyle>
                <a:defPPr>
                  <a:defRPr lang="en-US"/>
                </a:defPPr>
                <a:lvl1pPr algn="ctr" defTabSz="804838">
                  <a:lnSpc>
                    <a:spcPct val="130000"/>
                  </a:lnSpc>
                  <a:defRPr sz="1200">
                    <a:latin typeface="페이퍼로지 5 Medium" pitchFamily="2" charset="-127"/>
                    <a:ea typeface="페이퍼로지 5 Medium" pitchFamily="2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ko-KR" altLang="en-US" sz="1100" dirty="0"/>
                  <a:t>② 핵심 </a:t>
                </a:r>
                <a:r>
                  <a:rPr lang="en-US" altLang="ko-KR" sz="1100" dirty="0"/>
                  <a:t>GWA </a:t>
                </a:r>
                <a:r>
                  <a:rPr lang="ko-KR" altLang="en-US" sz="1100" dirty="0"/>
                  <a:t>항목 선정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C41A05F-CA94-AD8A-9666-CE33067C8E6D}"/>
                  </a:ext>
                </a:extLst>
              </p:cNvPr>
              <p:cNvSpPr txBox="1"/>
              <p:nvPr/>
            </p:nvSpPr>
            <p:spPr>
              <a:xfrm>
                <a:off x="6905625" y="3491271"/>
                <a:ext cx="2741917" cy="596857"/>
              </a:xfrm>
              <a:prstGeom prst="rect">
                <a:avLst/>
              </a:prstGeom>
              <a:solidFill>
                <a:schemeClr val="bg1"/>
              </a:solidFill>
              <a:ln w="38100" cmpd="tri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72000" rIns="72000" bIns="72000" rtlCol="0" anchor="ctr"/>
              <a:lstStyle>
                <a:defPPr>
                  <a:defRPr lang="en-US"/>
                </a:defPPr>
                <a:lvl1pPr marL="85725" indent="-85725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tabLst>
                    <a:tab pos="92075" algn="l"/>
                  </a:tabLst>
                  <a:defRPr kumimoji="1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페이퍼로지 5 Medium" pitchFamily="2" charset="-127"/>
                    <a:ea typeface="페이퍼로지 5 Medium" pitchFamily="2" charset="-127"/>
                    <a:cs typeface="Paperlogy-4Regular" pitchFamily="34" charset="-120"/>
                  </a:defRPr>
                </a:lvl1pPr>
                <a:lvl2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ko-KR" altLang="ko-KR" dirty="0"/>
                  <a:t>GWA + </a:t>
                </a:r>
                <a:r>
                  <a:rPr lang="ko-KR" altLang="ko-KR" dirty="0" err="1"/>
                  <a:t>O</a:t>
                </a:r>
                <a:r>
                  <a:rPr lang="ko-KR" altLang="ko-KR" dirty="0"/>
                  <a:t>*NET DB 직업별 우선순위 참조 </a:t>
                </a:r>
              </a:p>
              <a:p>
                <a:pPr>
                  <a:lnSpc>
                    <a:spcPct val="100000"/>
                  </a:lnSpc>
                </a:pPr>
                <a:r>
                  <a:rPr lang="ko-KR" altLang="ko-KR" dirty="0"/>
                  <a:t>한국 직업 특성에 따라 유의미한 GWA 선별</a:t>
                </a:r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204139E7-09C0-2433-D4F6-E5B73B893E67}"/>
                </a:ext>
              </a:extLst>
            </p:cNvPr>
            <p:cNvGrpSpPr/>
            <p:nvPr/>
          </p:nvGrpSpPr>
          <p:grpSpPr>
            <a:xfrm>
              <a:off x="5060951" y="4106884"/>
              <a:ext cx="4586591" cy="597445"/>
              <a:chOff x="5060951" y="4279429"/>
              <a:chExt cx="4586591" cy="597445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EF8ED81-210B-F4EB-E656-F1EFB67901D6}"/>
                  </a:ext>
                </a:extLst>
              </p:cNvPr>
              <p:cNvSpPr txBox="1"/>
              <p:nvPr/>
            </p:nvSpPr>
            <p:spPr>
              <a:xfrm>
                <a:off x="5060951" y="4280017"/>
                <a:ext cx="1720854" cy="596857"/>
              </a:xfrm>
              <a:prstGeom prst="rect">
                <a:avLst/>
              </a:prstGeom>
              <a:solidFill>
                <a:srgbClr val="DDEBF7"/>
              </a:solidFill>
              <a:ln w="28575" cap="flat" cmpd="sng" algn="ctr">
                <a:solidFill>
                  <a:srgbClr val="71AAE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72000" tIns="72000" rIns="72000" bIns="72000" rtlCol="0" anchor="ctr"/>
              <a:lstStyle>
                <a:defPPr>
                  <a:defRPr lang="en-US"/>
                </a:defPPr>
                <a:lvl1pPr algn="ctr" defTabSz="804838">
                  <a:lnSpc>
                    <a:spcPct val="130000"/>
                  </a:lnSpc>
                  <a:defRPr sz="1200">
                    <a:latin typeface="페이퍼로지 5 Medium" pitchFamily="2" charset="-127"/>
                    <a:ea typeface="페이퍼로지 5 Medium" pitchFamily="2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ko-KR" altLang="en-US" sz="1100" dirty="0"/>
                  <a:t>③ </a:t>
                </a:r>
                <a:r>
                  <a:rPr lang="en-US" altLang="ko-KR" sz="1100" dirty="0"/>
                  <a:t>BARS </a:t>
                </a:r>
                <a:r>
                  <a:rPr lang="ko-KR" altLang="en-US" sz="1100" dirty="0"/>
                  <a:t>행동 척도 선정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A86CFFA-FE25-B840-3471-B729200FCFD1}"/>
                  </a:ext>
                </a:extLst>
              </p:cNvPr>
              <p:cNvSpPr txBox="1"/>
              <p:nvPr/>
            </p:nvSpPr>
            <p:spPr>
              <a:xfrm>
                <a:off x="6905625" y="4279429"/>
                <a:ext cx="2741917" cy="596857"/>
              </a:xfrm>
              <a:prstGeom prst="rect">
                <a:avLst/>
              </a:prstGeom>
              <a:solidFill>
                <a:schemeClr val="bg1"/>
              </a:solidFill>
              <a:ln w="38100" cmpd="tri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72000" rIns="72000" bIns="72000" rtlCol="0" anchor="ctr"/>
              <a:lstStyle>
                <a:defPPr>
                  <a:defRPr lang="en-US"/>
                </a:defPPr>
                <a:lvl1pPr marL="85725" indent="-85725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tabLst>
                    <a:tab pos="92075" algn="l"/>
                  </a:tabLst>
                  <a:defRPr kumimoji="1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페이퍼로지 5 Medium" pitchFamily="2" charset="-127"/>
                    <a:ea typeface="페이퍼로지 5 Medium" pitchFamily="2" charset="-127"/>
                    <a:cs typeface="Paperlogy-4Regular" pitchFamily="34" charset="-120"/>
                  </a:defRPr>
                </a:lvl1pPr>
                <a:lvl2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ko-KR" altLang="ko-KR" dirty="0" err="1"/>
                  <a:t>O</a:t>
                </a:r>
                <a:r>
                  <a:rPr lang="ko-KR" altLang="ko-KR" dirty="0"/>
                  <a:t>*NET 41개 GWA 앵커 </a:t>
                </a:r>
                <a:r>
                  <a:rPr lang="ko-KR" altLang="en-US" dirty="0"/>
                  <a:t>기반 </a:t>
                </a:r>
                <a:r>
                  <a:rPr lang="ko-KR" altLang="ko-KR" dirty="0"/>
                  <a:t>전문가 검토 → 한국형 BARS 앵커 확정 </a:t>
                </a:r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EB2E8D8F-5ABC-CA23-DE96-5460644F19E5}"/>
                </a:ext>
              </a:extLst>
            </p:cNvPr>
            <p:cNvGrpSpPr/>
            <p:nvPr/>
          </p:nvGrpSpPr>
          <p:grpSpPr>
            <a:xfrm>
              <a:off x="5060951" y="4810912"/>
              <a:ext cx="4586591" cy="597444"/>
              <a:chOff x="5060951" y="5067587"/>
              <a:chExt cx="4586591" cy="597444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6CC40C-C7FE-7C29-E128-ABCD3241BD0A}"/>
                  </a:ext>
                </a:extLst>
              </p:cNvPr>
              <p:cNvSpPr txBox="1"/>
              <p:nvPr/>
            </p:nvSpPr>
            <p:spPr>
              <a:xfrm>
                <a:off x="5060951" y="5068174"/>
                <a:ext cx="1720854" cy="596857"/>
              </a:xfrm>
              <a:prstGeom prst="rect">
                <a:avLst/>
              </a:prstGeom>
              <a:solidFill>
                <a:srgbClr val="DDEBF7"/>
              </a:solidFill>
              <a:ln w="28575" cap="flat" cmpd="sng" algn="ctr">
                <a:solidFill>
                  <a:srgbClr val="71AAE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72000" tIns="72000" rIns="72000" bIns="72000" rtlCol="0" anchor="ctr"/>
              <a:lstStyle>
                <a:defPPr>
                  <a:defRPr lang="en-US"/>
                </a:defPPr>
                <a:lvl1pPr algn="ctr" defTabSz="804838">
                  <a:lnSpc>
                    <a:spcPct val="130000"/>
                  </a:lnSpc>
                  <a:defRPr sz="1200">
                    <a:latin typeface="페이퍼로지 5 Medium" pitchFamily="2" charset="-127"/>
                    <a:ea typeface="페이퍼로지 5 Medium" pitchFamily="2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ko-KR" altLang="en-US" sz="1100" dirty="0"/>
                  <a:t>④</a:t>
                </a:r>
                <a:r>
                  <a:rPr lang="en-US" altLang="ko-KR" sz="1100" dirty="0"/>
                  <a:t> </a:t>
                </a:r>
                <a:r>
                  <a:rPr lang="ko-KR" altLang="en-US" sz="1100" dirty="0"/>
                  <a:t>전문가 평정 실시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63DA6D9-0FF6-B694-A940-95B27957CD9C}"/>
                  </a:ext>
                </a:extLst>
              </p:cNvPr>
              <p:cNvSpPr txBox="1"/>
              <p:nvPr/>
            </p:nvSpPr>
            <p:spPr>
              <a:xfrm>
                <a:off x="6905625" y="5067587"/>
                <a:ext cx="2741917" cy="596857"/>
              </a:xfrm>
              <a:prstGeom prst="rect">
                <a:avLst/>
              </a:prstGeom>
              <a:solidFill>
                <a:schemeClr val="bg1"/>
              </a:solidFill>
              <a:ln w="38100" cmpd="tri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72000" rIns="72000" bIns="72000" rtlCol="0" anchor="ctr"/>
              <a:lstStyle>
                <a:defPPr>
                  <a:defRPr lang="en-US"/>
                </a:defPPr>
                <a:lvl1pPr marL="85725" indent="-85725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tabLst>
                    <a:tab pos="92075" algn="l"/>
                  </a:tabLst>
                  <a:defRPr kumimoji="1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페이퍼로지 5 Medium" pitchFamily="2" charset="-127"/>
                    <a:ea typeface="페이퍼로지 5 Medium" pitchFamily="2" charset="-127"/>
                    <a:cs typeface="Paperlogy-4Regular" pitchFamily="34" charset="-120"/>
                  </a:defRPr>
                </a:lvl1pPr>
                <a:lvl2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ko-KR" altLang="ko-KR" dirty="0"/>
                  <a:t>시범 대상 직업별 GWA 평정 </a:t>
                </a:r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dirty="0"/>
                  <a:t>  - </a:t>
                </a:r>
                <a:r>
                  <a:rPr lang="ko-KR" altLang="ko-KR" dirty="0"/>
                  <a:t>수준(0~7)</a:t>
                </a:r>
                <a:r>
                  <a:rPr lang="en-US" altLang="ko-KR" dirty="0"/>
                  <a:t>, </a:t>
                </a:r>
                <a:r>
                  <a:rPr lang="ko-KR" altLang="ko-KR" dirty="0"/>
                  <a:t> 중요도(1~5) </a:t>
                </a:r>
              </a:p>
              <a:p>
                <a:pPr>
                  <a:lnSpc>
                    <a:spcPct val="100000"/>
                  </a:lnSpc>
                </a:pPr>
                <a:r>
                  <a:rPr lang="ko-KR" altLang="ko-KR" dirty="0"/>
                  <a:t>정량 분석 + 전문가 정성 평가 이중 검증 </a:t>
                </a: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9691E71-DD19-03E0-3984-D209E0974D52}"/>
                </a:ext>
              </a:extLst>
            </p:cNvPr>
            <p:cNvGrpSpPr/>
            <p:nvPr/>
          </p:nvGrpSpPr>
          <p:grpSpPr>
            <a:xfrm>
              <a:off x="5060951" y="5514940"/>
              <a:ext cx="4586591" cy="597445"/>
              <a:chOff x="5060951" y="5557315"/>
              <a:chExt cx="4586591" cy="597445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778DDD3-C4D5-DC7D-4580-45E2842773C9}"/>
                  </a:ext>
                </a:extLst>
              </p:cNvPr>
              <p:cNvSpPr txBox="1"/>
              <p:nvPr/>
            </p:nvSpPr>
            <p:spPr>
              <a:xfrm>
                <a:off x="5060951" y="5557903"/>
                <a:ext cx="1720854" cy="596857"/>
              </a:xfrm>
              <a:prstGeom prst="rect">
                <a:avLst/>
              </a:prstGeom>
              <a:solidFill>
                <a:srgbClr val="DDEBF7"/>
              </a:solidFill>
              <a:ln w="28575" cap="flat" cmpd="sng" algn="ctr">
                <a:solidFill>
                  <a:srgbClr val="71AAE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72000" tIns="72000" rIns="72000" bIns="72000" rtlCol="0" anchor="ctr"/>
              <a:lstStyle>
                <a:defPPr>
                  <a:defRPr lang="en-US"/>
                </a:defPPr>
                <a:lvl1pPr algn="ctr" defTabSz="804838">
                  <a:lnSpc>
                    <a:spcPct val="130000"/>
                  </a:lnSpc>
                  <a:defRPr sz="1200">
                    <a:latin typeface="페이퍼로지 5 Medium" pitchFamily="2" charset="-127"/>
                    <a:ea typeface="페이퍼로지 5 Medium" pitchFamily="2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ko-KR" altLang="en-US" sz="1100" dirty="0"/>
                  <a:t>⑤ 결과 분석 및 보완</a:t>
                </a:r>
                <a:r>
                  <a:rPr lang="en-US" altLang="ko-KR" sz="1100" dirty="0"/>
                  <a:t> ·</a:t>
                </a:r>
                <a:r>
                  <a:rPr lang="ko-KR" altLang="en-US" sz="1100" dirty="0"/>
                  <a:t>확정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C6EF320-5620-812E-C14A-108BF1B044CC}"/>
                  </a:ext>
                </a:extLst>
              </p:cNvPr>
              <p:cNvSpPr txBox="1"/>
              <p:nvPr/>
            </p:nvSpPr>
            <p:spPr>
              <a:xfrm>
                <a:off x="6905625" y="5557315"/>
                <a:ext cx="2741917" cy="596857"/>
              </a:xfrm>
              <a:prstGeom prst="rect">
                <a:avLst/>
              </a:prstGeom>
              <a:solidFill>
                <a:schemeClr val="bg1"/>
              </a:solidFill>
              <a:ln w="38100" cmpd="tri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72000" rIns="72000" bIns="72000" rtlCol="0" anchor="ctr"/>
              <a:lstStyle>
                <a:defPPr>
                  <a:defRPr lang="en-US"/>
                </a:defPPr>
                <a:lvl1pPr marL="85725" indent="-85725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tabLst>
                    <a:tab pos="92075" algn="l"/>
                  </a:tabLst>
                  <a:defRPr kumimoji="1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페이퍼로지 5 Medium" pitchFamily="2" charset="-127"/>
                    <a:ea typeface="페이퍼로지 5 Medium" pitchFamily="2" charset="-127"/>
                    <a:cs typeface="Paperlogy-4Regular" pitchFamily="34" charset="-120"/>
                  </a:defRPr>
                </a:lvl1pPr>
                <a:lvl2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algn="ctr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defTabSz="914400" latinLnBrk="1">
                  <a:defRPr kumimoji="1" sz="1000" b="1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ko-KR" altLang="en-US" dirty="0"/>
                  <a:t>직업</a:t>
                </a:r>
                <a:r>
                  <a:rPr lang="en-US" altLang="ko-KR" dirty="0"/>
                  <a:t> - GWA </a:t>
                </a:r>
                <a:r>
                  <a:rPr lang="ko-KR" altLang="en-US" dirty="0"/>
                  <a:t>매트릭스 데이터 구축 및 분석</a:t>
                </a:r>
                <a:endParaRPr lang="en-US" altLang="ko-KR" dirty="0"/>
              </a:p>
              <a:p>
                <a:pPr>
                  <a:lnSpc>
                    <a:spcPct val="100000"/>
                  </a:lnSpc>
                </a:pPr>
                <a:r>
                  <a:rPr lang="ko-KR" altLang="en-US" dirty="0"/>
                  <a:t>직업 간 유사도 및 분류체계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변별력 검증</a:t>
                </a:r>
                <a:endParaRPr lang="en-US" altLang="ko-KR" dirty="0"/>
              </a:p>
              <a:p>
                <a:pPr>
                  <a:lnSpc>
                    <a:spcPct val="100000"/>
                  </a:lnSpc>
                </a:pPr>
                <a:r>
                  <a:rPr lang="en-US" altLang="ko-KR" dirty="0"/>
                  <a:t>SLF </a:t>
                </a:r>
                <a:r>
                  <a:rPr lang="ko-KR" altLang="en-US" dirty="0"/>
                  <a:t>기반 직능수준 재정렬 검토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및 신규 직업 탐지 가능성 검토</a:t>
                </a:r>
                <a:endParaRPr lang="en-US" altLang="ko-KR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4327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C4CAD-A291-E872-AF56-2BAA1144A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D72D634-BBF3-5EA5-3623-336F6E3617C6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AB6048-91D5-8FFF-D80E-92468B841D73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41C5EBF-6CAC-B479-F946-7051AD80EAC2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6385D1E-3B70-374B-3A3D-5216D53D982C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515EE88-F838-19A7-BF28-D4C1D3EE62B3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B95314C-D8F8-3C5E-D30F-D2EA1196D9F2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B9E272E-980B-A40A-15A8-B36072C780A8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E462DAB-7572-E05D-D6E6-B587E92EC889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7F8692D-80A5-B096-0476-166DDFF2722E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DB4F365-08CF-D320-FF5F-DB0F3970BD09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1A84FD-C1E6-17CC-9903-915EC6D428B5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프레임워크 검증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592579F-7085-3216-5894-C3EE68EDF951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GWA </a:t>
            </a:r>
            <a:r>
              <a:rPr lang="ko-KR" altLang="en-US" dirty="0"/>
              <a:t>평정 결과를 기반으로 직업 간 유사도 분석 및 분류체계 검증 시뮬레이션을 통해 「직업정보 </a:t>
            </a:r>
            <a:r>
              <a:rPr lang="ko-KR" altLang="en-US" dirty="0" err="1"/>
              <a:t>프레임워크」의</a:t>
            </a:r>
            <a:r>
              <a:rPr lang="ko-KR" altLang="en-US" dirty="0"/>
              <a:t> </a:t>
            </a:r>
            <a:r>
              <a:rPr lang="ko-KR" altLang="en-US"/>
              <a:t>변별력을 검증하고</a:t>
            </a:r>
            <a:r>
              <a:rPr lang="en-US" altLang="ko-KR" dirty="0"/>
              <a:t>, </a:t>
            </a:r>
            <a:r>
              <a:rPr lang="ko-KR" altLang="en-US" dirty="0"/>
              <a:t>프레임워크 구성요소 및 </a:t>
            </a:r>
            <a:r>
              <a:rPr lang="ko-KR" altLang="en-US"/>
              <a:t>체계를 보완</a:t>
            </a:r>
            <a:r>
              <a:rPr lang="en-US" altLang="ko-KR" dirty="0"/>
              <a:t>·</a:t>
            </a:r>
            <a:r>
              <a:rPr lang="ko-KR" altLang="en-US"/>
              <a:t>확정할 계획임</a:t>
            </a:r>
            <a:r>
              <a:rPr lang="en-US" altLang="ko-KR" dirty="0"/>
              <a:t>.</a:t>
            </a:r>
          </a:p>
        </p:txBody>
      </p:sp>
      <p:sp>
        <p:nvSpPr>
          <p:cNvPr id="4" name="TextBox 246">
            <a:extLst>
              <a:ext uri="{FF2B5EF4-FFF2-40B4-BE49-F238E27FC236}">
                <a16:creationId xmlns:a16="http://schemas.microsoft.com/office/drawing/2014/main" id="{8B12DC8A-3A47-76FC-15CA-A33FD0C1C314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en-US"/>
            </a:defPPr>
            <a:lvl1pPr defTabSz="914400">
              <a:defRPr sz="160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defRPr>
            </a:lvl1pPr>
            <a:lvl2pPr defTabSz="914400" latinLnBrk="1"/>
            <a:lvl3pPr defTabSz="914400" latinLnBrk="1"/>
            <a:lvl4pPr defTabSz="914400" latinLnBrk="1"/>
            <a:lvl5pPr defTabSz="914400" latinLnBrk="1"/>
            <a:lvl6pPr defTabSz="914400" latinLnBrk="1"/>
            <a:lvl7pPr defTabSz="914400" latinLnBrk="1"/>
            <a:lvl8pPr defTabSz="914400" latinLnBrk="1"/>
            <a:lvl9pPr defTabSz="914400" latinLnBrk="1"/>
          </a:lstStyle>
          <a:p>
            <a:r>
              <a:rPr lang="ko-KR" altLang="en-US" dirty="0"/>
              <a:t>① 직업 간 유사도 분석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8CF1220-4C93-6C71-8406-8A5696AD7496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246">
            <a:extLst>
              <a:ext uri="{FF2B5EF4-FFF2-40B4-BE49-F238E27FC236}">
                <a16:creationId xmlns:a16="http://schemas.microsoft.com/office/drawing/2014/main" id="{56C020E4-336B-28D7-7E32-8510FF3355AF}"/>
              </a:ext>
            </a:extLst>
          </p:cNvPr>
          <p:cNvSpPr txBox="1"/>
          <p:nvPr/>
        </p:nvSpPr>
        <p:spPr>
          <a:xfrm>
            <a:off x="5060952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en-US"/>
            </a:defPPr>
            <a:lvl1pPr defTabSz="914400">
              <a:defRPr sz="160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defRPr>
            </a:lvl1pPr>
            <a:lvl2pPr defTabSz="914400" latinLnBrk="1"/>
            <a:lvl3pPr defTabSz="914400" latinLnBrk="1"/>
            <a:lvl4pPr defTabSz="914400" latinLnBrk="1"/>
            <a:lvl5pPr defTabSz="914400" latinLnBrk="1"/>
            <a:lvl6pPr defTabSz="914400" latinLnBrk="1"/>
            <a:lvl7pPr defTabSz="914400" latinLnBrk="1"/>
            <a:lvl8pPr defTabSz="914400" latinLnBrk="1"/>
            <a:lvl9pPr defTabSz="914400" latinLnBrk="1"/>
          </a:lstStyle>
          <a:p>
            <a:r>
              <a:rPr lang="ko-KR" altLang="en-US" dirty="0"/>
              <a:t>② 분류체계 검증</a:t>
            </a:r>
            <a:endParaRPr lang="en-US" altLang="ko-KR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3AB44F1-E78C-F6F4-C761-4F2FF4B76138}"/>
              </a:ext>
            </a:extLst>
          </p:cNvPr>
          <p:cNvCxnSpPr>
            <a:cxnSpLocks/>
          </p:cNvCxnSpPr>
          <p:nvPr/>
        </p:nvCxnSpPr>
        <p:spPr>
          <a:xfrm>
            <a:off x="5060952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001AD48-D60B-9EB4-4377-33E4699EE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981929"/>
              </p:ext>
            </p:extLst>
          </p:nvPr>
        </p:nvGraphicFramePr>
        <p:xfrm>
          <a:off x="236538" y="2269738"/>
          <a:ext cx="4608512" cy="1824768"/>
        </p:xfrm>
        <a:graphic>
          <a:graphicData uri="http://schemas.openxmlformats.org/drawingml/2006/table">
            <a:tbl>
              <a:tblPr/>
              <a:tblGrid>
                <a:gridCol w="712500">
                  <a:extLst>
                    <a:ext uri="{9D8B030D-6E8A-4147-A177-3AD203B41FA5}">
                      <a16:colId xmlns:a16="http://schemas.microsoft.com/office/drawing/2014/main" val="3713719544"/>
                    </a:ext>
                  </a:extLst>
                </a:gridCol>
                <a:gridCol w="3896012">
                  <a:extLst>
                    <a:ext uri="{9D8B030D-6E8A-4147-A177-3AD203B41FA5}">
                      <a16:colId xmlns:a16="http://schemas.microsoft.com/office/drawing/2014/main" val="3788319754"/>
                    </a:ext>
                  </a:extLst>
                </a:gridCol>
              </a:tblGrid>
              <a:tr h="126973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항목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내용</a:t>
                      </a:r>
                      <a:endParaRPr lang="en-US" altLang="ko-KR" sz="10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886243"/>
                  </a:ext>
                </a:extLst>
              </a:tr>
              <a:tr h="3010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데이터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시범 대상 직업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× GWA Matrix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89036"/>
                  </a:ext>
                </a:extLst>
              </a:tr>
              <a:tr h="430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방법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직무활동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(Activity)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벡터 기반 코사인 유사도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군집 분석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(HDBSCAN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등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568878"/>
                  </a:ext>
                </a:extLst>
              </a:tr>
              <a:tr h="3010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산출물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간 거리 매트릭스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유사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직업군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군집 결과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165362"/>
                  </a:ext>
                </a:extLst>
              </a:tr>
              <a:tr h="3010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결과 활용 방안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>
                        <a:buFontTx/>
                        <a:buChar char="-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유사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직업군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군집 식별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85725" indent="-85725" algn="l">
                        <a:buFontTx/>
                        <a:buChar char="-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신규 직업의 기능적 위치 파악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85725" indent="-85725" algn="l">
                        <a:buFontTx/>
                        <a:buChar char="-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간 경계 검증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748594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9ACDC8FD-6E27-3804-409B-0E3FD5A06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94" y="4451632"/>
            <a:ext cx="3797935" cy="1821136"/>
          </a:xfrm>
          <a:prstGeom prst="rect">
            <a:avLst/>
          </a:prstGeom>
        </p:spPr>
      </p:pic>
      <p:sp>
        <p:nvSpPr>
          <p:cNvPr id="13" name="TextBox 246">
            <a:extLst>
              <a:ext uri="{FF2B5EF4-FFF2-40B4-BE49-F238E27FC236}">
                <a16:creationId xmlns:a16="http://schemas.microsoft.com/office/drawing/2014/main" id="{4432B48D-C6CB-8313-C2C4-2D78188154BF}"/>
              </a:ext>
            </a:extLst>
          </p:cNvPr>
          <p:cNvSpPr txBox="1"/>
          <p:nvPr/>
        </p:nvSpPr>
        <p:spPr>
          <a:xfrm>
            <a:off x="243781" y="2039129"/>
            <a:ext cx="4601266" cy="23734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20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▶ 분석 방법</a:t>
            </a:r>
            <a:endParaRPr lang="en-US" altLang="ko-KR" sz="12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4" name="TextBox 246">
            <a:extLst>
              <a:ext uri="{FF2B5EF4-FFF2-40B4-BE49-F238E27FC236}">
                <a16:creationId xmlns:a16="http://schemas.microsoft.com/office/drawing/2014/main" id="{B0E467D0-F8F0-950D-1DDF-736EF1D9ADE2}"/>
              </a:ext>
            </a:extLst>
          </p:cNvPr>
          <p:cNvSpPr txBox="1"/>
          <p:nvPr/>
        </p:nvSpPr>
        <p:spPr>
          <a:xfrm>
            <a:off x="243781" y="4170530"/>
            <a:ext cx="4601266" cy="23734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▶ 분석 결과 예시</a:t>
            </a:r>
            <a:endParaRPr lang="en-US" altLang="ko-KR" sz="12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31B6581-EC1A-AE45-F114-0392EECC0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141718"/>
              </p:ext>
            </p:extLst>
          </p:nvPr>
        </p:nvGraphicFramePr>
        <p:xfrm>
          <a:off x="5053710" y="2269738"/>
          <a:ext cx="4608512" cy="1824768"/>
        </p:xfrm>
        <a:graphic>
          <a:graphicData uri="http://schemas.openxmlformats.org/drawingml/2006/table">
            <a:tbl>
              <a:tblPr/>
              <a:tblGrid>
                <a:gridCol w="712500">
                  <a:extLst>
                    <a:ext uri="{9D8B030D-6E8A-4147-A177-3AD203B41FA5}">
                      <a16:colId xmlns:a16="http://schemas.microsoft.com/office/drawing/2014/main" val="3713719544"/>
                    </a:ext>
                  </a:extLst>
                </a:gridCol>
                <a:gridCol w="3896012">
                  <a:extLst>
                    <a:ext uri="{9D8B030D-6E8A-4147-A177-3AD203B41FA5}">
                      <a16:colId xmlns:a16="http://schemas.microsoft.com/office/drawing/2014/main" val="3788319754"/>
                    </a:ext>
                  </a:extLst>
                </a:gridCol>
              </a:tblGrid>
              <a:tr h="126973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항목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내용</a:t>
                      </a:r>
                      <a:endParaRPr lang="en-US" altLang="ko-KR" sz="10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886243"/>
                  </a:ext>
                </a:extLst>
              </a:tr>
              <a:tr h="3010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데이터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분석 ① 직업 간 유사도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및 군집 분석 결과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+ KSCO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분류 구조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89036"/>
                  </a:ext>
                </a:extLst>
              </a:tr>
              <a:tr h="430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방법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대분류 내부 동질성 검토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대분류 간 경계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중복 검증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568878"/>
                  </a:ext>
                </a:extLst>
              </a:tr>
              <a:tr h="3010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산출물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대분류 정합성 평가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직능수준 개편 필요성 도출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165362"/>
                  </a:ext>
                </a:extLst>
              </a:tr>
              <a:tr h="3010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결과 활용 방안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>
                        <a:buFontTx/>
                        <a:buChar char="-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대분류 정합성 평가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85725" indent="-85725" algn="l">
                        <a:buFontTx/>
                        <a:buChar char="-"/>
                      </a:pP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직업군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재구성 가능성 검토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85725" indent="-85725" algn="l">
                        <a:buFontTx/>
                        <a:buChar char="-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분류체계 개편 권고 도출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748594"/>
                  </a:ext>
                </a:extLst>
              </a:tr>
            </a:tbl>
          </a:graphicData>
        </a:graphic>
      </p:graphicFrame>
      <p:sp>
        <p:nvSpPr>
          <p:cNvPr id="17" name="TextBox 246">
            <a:extLst>
              <a:ext uri="{FF2B5EF4-FFF2-40B4-BE49-F238E27FC236}">
                <a16:creationId xmlns:a16="http://schemas.microsoft.com/office/drawing/2014/main" id="{DF416B99-193A-C865-625E-4F528F09C381}"/>
              </a:ext>
            </a:extLst>
          </p:cNvPr>
          <p:cNvSpPr txBox="1"/>
          <p:nvPr/>
        </p:nvSpPr>
        <p:spPr>
          <a:xfrm>
            <a:off x="5060953" y="2039129"/>
            <a:ext cx="4601266" cy="23734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20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▶ 분석 방법</a:t>
            </a:r>
            <a:endParaRPr lang="en-US" altLang="ko-KR" sz="12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" name="TextBox 246">
            <a:extLst>
              <a:ext uri="{FF2B5EF4-FFF2-40B4-BE49-F238E27FC236}">
                <a16:creationId xmlns:a16="http://schemas.microsoft.com/office/drawing/2014/main" id="{BCA63BEC-8DA1-F5CA-F82B-7CE5A2DE76E8}"/>
              </a:ext>
            </a:extLst>
          </p:cNvPr>
          <p:cNvSpPr txBox="1"/>
          <p:nvPr/>
        </p:nvSpPr>
        <p:spPr>
          <a:xfrm>
            <a:off x="5060953" y="4170530"/>
            <a:ext cx="4601266" cy="23734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2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▶ 분석 결과 예시</a:t>
            </a:r>
            <a:endParaRPr lang="en-US" altLang="ko-KR" sz="12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0C5312A6-DD0D-E429-C0EE-B6D05469A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541" y="4451632"/>
            <a:ext cx="4360232" cy="191072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AEE290B-CF07-A372-E6DF-D8D3866639EB}"/>
              </a:ext>
            </a:extLst>
          </p:cNvPr>
          <p:cNvSpPr txBox="1"/>
          <p:nvPr/>
        </p:nvSpPr>
        <p:spPr>
          <a:xfrm>
            <a:off x="142102" y="6269663"/>
            <a:ext cx="66170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>
                <a:latin typeface="페이퍼로지 3 Light" pitchFamily="2" charset="-127"/>
                <a:ea typeface="페이퍼로지 3 Light" pitchFamily="2" charset="-127"/>
              </a:rPr>
              <a:t>※ </a:t>
            </a:r>
            <a:r>
              <a:rPr lang="ko-KR" altLang="en-US" sz="700" dirty="0">
                <a:latin typeface="페이퍼로지 3 Light" pitchFamily="2" charset="-127"/>
                <a:ea typeface="페이퍼로지 3 Light" pitchFamily="2" charset="-127"/>
              </a:rPr>
              <a:t>본 도식의 수치는 예시이며</a:t>
            </a:r>
            <a:r>
              <a:rPr lang="en-US" altLang="ko-KR" sz="700" dirty="0">
                <a:latin typeface="페이퍼로지 3 Light" pitchFamily="2" charset="-127"/>
                <a:ea typeface="페이퍼로지 3 Light" pitchFamily="2" charset="-127"/>
              </a:rPr>
              <a:t>, </a:t>
            </a:r>
            <a:r>
              <a:rPr lang="ko-KR" altLang="en-US" sz="700" dirty="0">
                <a:latin typeface="페이퍼로지 3 Light" pitchFamily="2" charset="-127"/>
                <a:ea typeface="페이퍼로지 3 Light" pitchFamily="2" charset="-127"/>
              </a:rPr>
              <a:t>실제 분석 결과는 시뮬레이션 수행 후 산출 예정</a:t>
            </a:r>
            <a:endParaRPr lang="en-US" altLang="ko-KR" sz="700" dirty="0">
              <a:latin typeface="페이퍼로지 3 Light" pitchFamily="2" charset="-127"/>
              <a:ea typeface="페이퍼로지 3 Light" pitchFamily="2" charset="-127"/>
            </a:endParaRPr>
          </a:p>
          <a:p>
            <a:r>
              <a:rPr lang="en-US" altLang="ko-KR" sz="700" dirty="0">
                <a:latin typeface="페이퍼로지 3 Light" pitchFamily="2" charset="-127"/>
                <a:ea typeface="페이퍼로지 3 Light" pitchFamily="2" charset="-127"/>
              </a:rPr>
              <a:t>※ </a:t>
            </a:r>
            <a:r>
              <a:rPr lang="ko-KR" altLang="en-US" sz="700" dirty="0">
                <a:latin typeface="페이퍼로지 3 Light" pitchFamily="2" charset="-127"/>
                <a:ea typeface="페이퍼로지 3 Light" pitchFamily="2" charset="-127"/>
              </a:rPr>
              <a:t>정량</a:t>
            </a:r>
            <a:r>
              <a:rPr lang="en-US" altLang="ko-KR" sz="700" dirty="0">
                <a:latin typeface="페이퍼로지 3 Light" pitchFamily="2" charset="-127"/>
                <a:ea typeface="페이퍼로지 3 Light" pitchFamily="2" charset="-127"/>
              </a:rPr>
              <a:t>·</a:t>
            </a:r>
            <a:r>
              <a:rPr lang="ko-KR" altLang="en-US" sz="700" dirty="0">
                <a:latin typeface="페이퍼로지 3 Light" pitchFamily="2" charset="-127"/>
                <a:ea typeface="페이퍼로지 3 Light" pitchFamily="2" charset="-127"/>
              </a:rPr>
              <a:t>정성 이중 검증을 통해 분류체계 개편 권고안 및 직업정보 프레임워크 최종안 도출 예정</a:t>
            </a:r>
          </a:p>
        </p:txBody>
      </p:sp>
    </p:spTree>
    <p:extLst>
      <p:ext uri="{BB962C8B-B14F-4D97-AF65-F5344CB8AC3E}">
        <p14:creationId xmlns:p14="http://schemas.microsoft.com/office/powerpoint/2010/main" val="2652178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584A5-D6BF-3D7D-1343-81717E656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2E4BB32-AF27-3AFE-8786-E75EB985C860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추진 계획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36F13-BEE8-8FAF-194D-FB11FD11C830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537F8FC-8645-9907-B0C4-76C6FBBD41D6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DAD23AD-A64D-4EF5-3480-8EDE4F11AB9A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5A1BDF5-1CA8-2101-8919-5FBD51D89547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6BA5D5D-7818-AFF9-426F-43B568567F6F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605C67A-AA12-BD49-303A-1652AA0464C0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2D96500-5C02-1EA1-0472-42528355A29D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CB786C1-1C8E-99EF-0DB0-3D1B67AEC044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39C7327-248A-4563-6AB3-34B52C4E1447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B9E248-AA14-D762-AF07-CD7AABCC55FF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직업분류 고도화 활용 방안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EC27F05-A5CF-0111-7114-8A3EB2D8B0E7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본 직업정보 프레임워크 데이터를 기반으로 ① 분류체계 구조 검증 ② </a:t>
            </a:r>
            <a:r>
              <a:rPr lang="en-US" altLang="ko-KR" dirty="0"/>
              <a:t>SLF </a:t>
            </a:r>
            <a:r>
              <a:rPr lang="ko-KR" altLang="en-US" dirty="0"/>
              <a:t>기반 직능수준 재정렬 ③ 신생 직업 탐지</a:t>
            </a:r>
            <a:r>
              <a:rPr lang="en-US" altLang="ko-KR" dirty="0"/>
              <a:t>·</a:t>
            </a:r>
            <a:r>
              <a:rPr lang="ko-KR" altLang="en-US" dirty="0"/>
              <a:t>반영 ④ </a:t>
            </a:r>
            <a:r>
              <a:rPr lang="en-US" altLang="ko-KR" dirty="0"/>
              <a:t>KSCO </a:t>
            </a:r>
            <a:r>
              <a:rPr lang="ko-KR" altLang="en-US" dirty="0"/>
              <a:t>개정의 실증적</a:t>
            </a:r>
            <a:r>
              <a:rPr lang="en-US" altLang="ko-KR" dirty="0"/>
              <a:t>·</a:t>
            </a:r>
            <a:r>
              <a:rPr lang="ko-KR" altLang="en-US" dirty="0"/>
              <a:t>정량적 근거 마련 등 </a:t>
            </a:r>
            <a:r>
              <a:rPr lang="ko-KR" altLang="en-US" b="1" dirty="0"/>
              <a:t>직업분류 고도화 방안을 제시할 계획임</a:t>
            </a:r>
            <a:r>
              <a:rPr lang="en-US" altLang="ko-KR" dirty="0"/>
              <a:t>.</a:t>
            </a:r>
          </a:p>
        </p:txBody>
      </p:sp>
      <p:sp>
        <p:nvSpPr>
          <p:cNvPr id="4" name="TextBox 246">
            <a:extLst>
              <a:ext uri="{FF2B5EF4-FFF2-40B4-BE49-F238E27FC236}">
                <a16:creationId xmlns:a16="http://schemas.microsoft.com/office/drawing/2014/main" id="{3830CD53-F70A-AC0A-CB4C-698C4C5DFB5B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en-US"/>
            </a:defPPr>
            <a:lvl1pPr defTabSz="914400">
              <a:defRPr sz="160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defRPr>
            </a:lvl1pPr>
            <a:lvl2pPr defTabSz="914400" latinLnBrk="1"/>
            <a:lvl3pPr defTabSz="914400" latinLnBrk="1"/>
            <a:lvl4pPr defTabSz="914400" latinLnBrk="1"/>
            <a:lvl5pPr defTabSz="914400" latinLnBrk="1"/>
            <a:lvl6pPr defTabSz="914400" latinLnBrk="1"/>
            <a:lvl7pPr defTabSz="914400" latinLnBrk="1"/>
            <a:lvl8pPr defTabSz="914400" latinLnBrk="1"/>
            <a:lvl9pPr defTabSz="914400" latinLnBrk="1"/>
          </a:lstStyle>
          <a:p>
            <a:r>
              <a:rPr lang="ko-KR" altLang="en-US" dirty="0"/>
              <a:t>직업분류 고도화 활용 방안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B04DEEB-257D-F6E1-CD93-5D9BBF1A2E72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4EB9E3B-B4B9-5F73-54DD-E84EFE11CAE3}"/>
              </a:ext>
            </a:extLst>
          </p:cNvPr>
          <p:cNvSpPr txBox="1"/>
          <p:nvPr/>
        </p:nvSpPr>
        <p:spPr>
          <a:xfrm>
            <a:off x="2591752" y="2601661"/>
            <a:ext cx="4380548" cy="845744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85725" indent="-85725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en-US" sz="1200" dirty="0"/>
              <a:t>직업 </a:t>
            </a:r>
            <a:r>
              <a:rPr lang="en-US" altLang="ko-KR" sz="1200" dirty="0"/>
              <a:t>× Activity Matrix → </a:t>
            </a:r>
            <a:r>
              <a:rPr lang="ko-KR" altLang="en-US" sz="1200" dirty="0"/>
              <a:t>코사인 유사도</a:t>
            </a:r>
            <a:r>
              <a:rPr lang="en-US" altLang="ko-KR" sz="1200" dirty="0"/>
              <a:t>·</a:t>
            </a:r>
            <a:r>
              <a:rPr lang="ko-KR" altLang="en-US" sz="1200" dirty="0"/>
              <a:t>군집 분석</a:t>
            </a:r>
            <a:endParaRPr lang="en-US" altLang="ko-KR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4F046F-3AA4-2F67-7917-D5A288D01A28}"/>
              </a:ext>
            </a:extLst>
          </p:cNvPr>
          <p:cNvSpPr txBox="1"/>
          <p:nvPr/>
        </p:nvSpPr>
        <p:spPr>
          <a:xfrm>
            <a:off x="236538" y="2601661"/>
            <a:ext cx="2179380" cy="845745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en-US"/>
            </a:defPPr>
            <a:lvl1pPr algn="ctr" defTabSz="804838">
              <a:lnSpc>
                <a:spcPct val="130000"/>
              </a:lnSpc>
              <a:defRPr sz="1200"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ko-KR" altLang="en-US" dirty="0"/>
              <a:t>① 표준직업분류체계 구조 검증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20D2B1-E204-3DC5-0254-7B295DA2D754}"/>
              </a:ext>
            </a:extLst>
          </p:cNvPr>
          <p:cNvSpPr txBox="1"/>
          <p:nvPr/>
        </p:nvSpPr>
        <p:spPr>
          <a:xfrm>
            <a:off x="236538" y="3599459"/>
            <a:ext cx="2179380" cy="845744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en-US"/>
            </a:defPPr>
            <a:lvl1pPr algn="ctr" defTabSz="804838">
              <a:lnSpc>
                <a:spcPct val="130000"/>
              </a:lnSpc>
              <a:defRPr sz="1200"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ko-KR" altLang="en-US" dirty="0"/>
              <a:t>② </a:t>
            </a:r>
            <a:r>
              <a:rPr lang="en-US" altLang="ko-KR" dirty="0"/>
              <a:t>ISCO-28 SFL(</a:t>
            </a:r>
            <a:r>
              <a:rPr lang="ko-KR" altLang="en-US" dirty="0"/>
              <a:t>직능수준</a:t>
            </a:r>
            <a:r>
              <a:rPr lang="en-US" altLang="ko-KR" dirty="0"/>
              <a:t>) </a:t>
            </a:r>
            <a:r>
              <a:rPr lang="ko-KR" altLang="en-US" dirty="0"/>
              <a:t>기반 직능수준 재정렬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1D26AA-D14B-4636-D029-1507E9028538}"/>
              </a:ext>
            </a:extLst>
          </p:cNvPr>
          <p:cNvSpPr txBox="1"/>
          <p:nvPr/>
        </p:nvSpPr>
        <p:spPr>
          <a:xfrm>
            <a:off x="2591752" y="3603034"/>
            <a:ext cx="4380548" cy="845744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85725" indent="-8572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92075" algn="l"/>
              </a:tabLs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 dirty="0"/>
              <a:t>SLF 4</a:t>
            </a:r>
            <a:r>
              <a:rPr lang="ko-KR" altLang="en-US" sz="1200" dirty="0"/>
              <a:t>요소 산정 </a:t>
            </a:r>
            <a:r>
              <a:rPr lang="en-US" altLang="ko-KR" sz="1200" dirty="0"/>
              <a:t>(</a:t>
            </a:r>
            <a:r>
              <a:rPr lang="ko-KR" altLang="en-US" sz="1200" dirty="0"/>
              <a:t>교육</a:t>
            </a:r>
            <a:r>
              <a:rPr lang="en-US" altLang="ko-KR" sz="1200" dirty="0"/>
              <a:t>·</a:t>
            </a:r>
            <a:r>
              <a:rPr lang="ko-KR" altLang="en-US" sz="1200" dirty="0" err="1"/>
              <a:t>책무성</a:t>
            </a:r>
            <a:r>
              <a:rPr lang="en-US" altLang="ko-KR" sz="1200" dirty="0"/>
              <a:t>·</a:t>
            </a:r>
            <a:r>
              <a:rPr lang="ko-KR" altLang="en-US" sz="1200" dirty="0"/>
              <a:t>경험</a:t>
            </a:r>
            <a:r>
              <a:rPr lang="en-US" altLang="ko-KR" sz="1200" dirty="0"/>
              <a:t>·WBL)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/>
              <a:t>  - </a:t>
            </a:r>
            <a:r>
              <a:rPr lang="ko-KR" altLang="en-US" sz="1200" dirty="0"/>
              <a:t>기존 정보 활용 </a:t>
            </a:r>
            <a:r>
              <a:rPr lang="en-US" altLang="ko-KR" sz="1200" dirty="0"/>
              <a:t>: </a:t>
            </a:r>
            <a:r>
              <a:rPr lang="ko-KR" altLang="en-US" sz="1200" dirty="0"/>
              <a:t>교육</a:t>
            </a:r>
            <a:r>
              <a:rPr lang="en-US" altLang="ko-KR" sz="1200" dirty="0"/>
              <a:t>, </a:t>
            </a:r>
            <a:r>
              <a:rPr lang="ko-KR" altLang="en-US" sz="1200" dirty="0"/>
              <a:t>경험</a:t>
            </a:r>
            <a:r>
              <a:rPr lang="en-US" altLang="ko-KR" sz="1200" dirty="0"/>
              <a:t>, WBL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/>
              <a:t>  - </a:t>
            </a:r>
            <a:r>
              <a:rPr lang="ko-KR" altLang="en-US" sz="1200" dirty="0" err="1"/>
              <a:t>책무성</a:t>
            </a:r>
            <a:r>
              <a:rPr lang="en-US" altLang="ko-KR" sz="1200" dirty="0"/>
              <a:t>(Responsibility) : Activity </a:t>
            </a:r>
            <a:r>
              <a:rPr lang="en-US" altLang="ko-KR" sz="1200" dirty="0" err="1"/>
              <a:t>Martix</a:t>
            </a:r>
            <a:r>
              <a:rPr lang="en-US" altLang="ko-KR" sz="1200" dirty="0"/>
              <a:t> </a:t>
            </a:r>
            <a:r>
              <a:rPr lang="ko-KR" altLang="en-US" sz="1200" dirty="0"/>
              <a:t>기반 </a:t>
            </a:r>
            <a:r>
              <a:rPr lang="en-US" altLang="ko-KR" sz="1200" dirty="0"/>
              <a:t>(GWA </a:t>
            </a:r>
            <a:r>
              <a:rPr lang="ko-KR" altLang="en-US" sz="1200" dirty="0"/>
              <a:t>점수 → 업무 복잡성</a:t>
            </a:r>
            <a:r>
              <a:rPr lang="en-US" altLang="ko-KR" sz="1200" dirty="0"/>
              <a:t>·</a:t>
            </a:r>
            <a:r>
              <a:rPr lang="ko-KR" altLang="en-US" sz="1200" dirty="0"/>
              <a:t>자율성 → 책임성 수준</a:t>
            </a:r>
            <a:r>
              <a:rPr lang="en-US" altLang="ko-KR" sz="1200" dirty="0"/>
              <a:t>) </a:t>
            </a:r>
            <a:endParaRPr lang="ko-KR" altLang="ko-KR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4484A4-FBB8-E114-503F-0BE3955FD234}"/>
              </a:ext>
            </a:extLst>
          </p:cNvPr>
          <p:cNvSpPr txBox="1"/>
          <p:nvPr/>
        </p:nvSpPr>
        <p:spPr>
          <a:xfrm>
            <a:off x="236538" y="4601665"/>
            <a:ext cx="2179380" cy="845743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en-US"/>
            </a:defPPr>
            <a:lvl1pPr algn="ctr" defTabSz="804838">
              <a:lnSpc>
                <a:spcPct val="130000"/>
              </a:lnSpc>
              <a:defRPr sz="1200"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ko-KR" altLang="en-US" dirty="0"/>
              <a:t>③ 신생 직업 탐지</a:t>
            </a:r>
            <a:r>
              <a:rPr lang="en-US" altLang="ko-KR" dirty="0"/>
              <a:t>·</a:t>
            </a:r>
            <a:r>
              <a:rPr lang="ko-KR" altLang="en-US" dirty="0"/>
              <a:t>반영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AA585F-35D4-C4C7-BD2A-A567C0BB4D19}"/>
              </a:ext>
            </a:extLst>
          </p:cNvPr>
          <p:cNvSpPr txBox="1"/>
          <p:nvPr/>
        </p:nvSpPr>
        <p:spPr>
          <a:xfrm>
            <a:off x="2591752" y="4600831"/>
            <a:ext cx="4380548" cy="845743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85725" indent="-8572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92075" algn="l"/>
              </a:tabLs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1200" dirty="0"/>
              <a:t>채용공고</a:t>
            </a:r>
            <a:r>
              <a:rPr lang="en-US" altLang="ko-KR" sz="1200" dirty="0"/>
              <a:t>·</a:t>
            </a:r>
            <a:r>
              <a:rPr lang="ko-KR" altLang="en-US" sz="1200" dirty="0"/>
              <a:t>산업자료 등 산업현장 데이터 활용 </a:t>
            </a:r>
            <a:r>
              <a:rPr lang="en-US" altLang="ko-KR" sz="1200" dirty="0"/>
              <a:t>Activity </a:t>
            </a:r>
            <a:r>
              <a:rPr lang="ko-KR" altLang="en-US" sz="1200" dirty="0"/>
              <a:t>단위 직업 탐지</a:t>
            </a:r>
            <a:endParaRPr lang="en-US" altLang="ko-KR" sz="1200" dirty="0"/>
          </a:p>
          <a:p>
            <a:pPr>
              <a:lnSpc>
                <a:spcPct val="100000"/>
              </a:lnSpc>
            </a:pPr>
            <a:r>
              <a:rPr lang="ko-KR" altLang="en-US" sz="1200" dirty="0"/>
              <a:t>기존 </a:t>
            </a:r>
            <a:r>
              <a:rPr lang="en-US" altLang="ko-KR" sz="1200" dirty="0"/>
              <a:t>Activity</a:t>
            </a:r>
            <a:r>
              <a:rPr lang="ko-KR" altLang="en-US" sz="1200" dirty="0"/>
              <a:t>로 설명되지 않는 직무활동 패턴 분석</a:t>
            </a:r>
            <a:endParaRPr lang="en-US" altLang="ko-KR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CD21E7-F9A7-E7BD-0604-57D313A8CFD0}"/>
              </a:ext>
            </a:extLst>
          </p:cNvPr>
          <p:cNvSpPr txBox="1"/>
          <p:nvPr/>
        </p:nvSpPr>
        <p:spPr>
          <a:xfrm>
            <a:off x="236538" y="5607444"/>
            <a:ext cx="2179380" cy="845744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en-US"/>
            </a:defPPr>
            <a:lvl1pPr algn="ctr" defTabSz="804838">
              <a:lnSpc>
                <a:spcPct val="130000"/>
              </a:lnSpc>
              <a:defRPr sz="1200"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ko-KR" altLang="en-US" dirty="0"/>
              <a:t>④</a:t>
            </a:r>
            <a:r>
              <a:rPr lang="en-US" altLang="ko-KR" dirty="0"/>
              <a:t> KSCO </a:t>
            </a:r>
            <a:r>
              <a:rPr lang="ko-KR" altLang="en-US" dirty="0"/>
              <a:t>개정 근거 데이터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673F69-2ED2-8417-A2A7-DD8CB3EA061D}"/>
              </a:ext>
            </a:extLst>
          </p:cNvPr>
          <p:cNvSpPr txBox="1"/>
          <p:nvPr/>
        </p:nvSpPr>
        <p:spPr>
          <a:xfrm>
            <a:off x="2591752" y="5606612"/>
            <a:ext cx="4380548" cy="845744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85725" indent="-8572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92075" algn="l"/>
              </a:tabLs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ko-KR" sz="1200" dirty="0"/>
              <a:t>시범 대상 직업별 GWA 평정 </a:t>
            </a:r>
            <a:endParaRPr lang="en-US" altLang="ko-KR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/>
              <a:t>  - </a:t>
            </a:r>
            <a:r>
              <a:rPr lang="ko-KR" altLang="ko-KR" sz="1200" dirty="0"/>
              <a:t>수준(0~7)</a:t>
            </a:r>
            <a:r>
              <a:rPr lang="en-US" altLang="ko-KR" sz="1200" dirty="0"/>
              <a:t>, </a:t>
            </a:r>
            <a:r>
              <a:rPr lang="ko-KR" altLang="ko-KR" sz="1200" dirty="0"/>
              <a:t> 중요도(1~5) </a:t>
            </a:r>
          </a:p>
          <a:p>
            <a:pPr>
              <a:lnSpc>
                <a:spcPct val="100000"/>
              </a:lnSpc>
            </a:pPr>
            <a:r>
              <a:rPr lang="ko-KR" altLang="ko-KR" sz="1200" dirty="0"/>
              <a:t>정량 분석 + 전문가 정성 평가 이중 검증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68FB55-B52C-6CA2-FE1B-E87B6BBFFBBE}"/>
              </a:ext>
            </a:extLst>
          </p:cNvPr>
          <p:cNvSpPr txBox="1"/>
          <p:nvPr/>
        </p:nvSpPr>
        <p:spPr>
          <a:xfrm>
            <a:off x="243780" y="2241550"/>
            <a:ext cx="2179375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활용 방안</a:t>
            </a:r>
            <a:endParaRPr lang="en-US" altLang="ko-KR" sz="12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FBCF14-A4E3-6116-72AC-BEFC68EDC877}"/>
              </a:ext>
            </a:extLst>
          </p:cNvPr>
          <p:cNvSpPr txBox="1"/>
          <p:nvPr/>
        </p:nvSpPr>
        <p:spPr>
          <a:xfrm>
            <a:off x="2591751" y="2241550"/>
            <a:ext cx="4380548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직업정보 프레임워크 데이터 및 분석 내용</a:t>
            </a:r>
            <a:endParaRPr lang="en-US" altLang="ko-KR" sz="12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DEE392-3AEF-4412-A3BE-E51835081FBE}"/>
              </a:ext>
            </a:extLst>
          </p:cNvPr>
          <p:cNvSpPr txBox="1"/>
          <p:nvPr/>
        </p:nvSpPr>
        <p:spPr>
          <a:xfrm>
            <a:off x="7148134" y="2601661"/>
            <a:ext cx="2484816" cy="845744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85725" indent="-85725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en-US" sz="1200" dirty="0"/>
              <a:t>대분류 내부 동질성 검증</a:t>
            </a:r>
            <a:endParaRPr lang="en-US" altLang="ko-KR" sz="1200" dirty="0"/>
          </a:p>
          <a:p>
            <a:pPr marL="85725" indent="-85725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en-US" sz="1200" dirty="0"/>
              <a:t>대분류 간 경계</a:t>
            </a:r>
            <a:r>
              <a:rPr lang="en-US" altLang="ko-KR" sz="1200" dirty="0"/>
              <a:t>·</a:t>
            </a:r>
            <a:r>
              <a:rPr lang="ko-KR" altLang="en-US" sz="1200" dirty="0"/>
              <a:t>중복 검증</a:t>
            </a:r>
            <a:endParaRPr lang="en-US" altLang="ko-KR" sz="1200" dirty="0"/>
          </a:p>
          <a:p>
            <a:pPr marL="85725" indent="-85725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en-US" sz="1200" dirty="0" err="1"/>
              <a:t>직업군</a:t>
            </a:r>
            <a:r>
              <a:rPr lang="ko-KR" altLang="en-US" sz="1200" dirty="0"/>
              <a:t> 재구성 가능성 검토</a:t>
            </a:r>
            <a:endParaRPr lang="en-US" altLang="ko-KR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E727FE-4FF8-411B-39F8-455D18B0C736}"/>
              </a:ext>
            </a:extLst>
          </p:cNvPr>
          <p:cNvSpPr txBox="1"/>
          <p:nvPr/>
        </p:nvSpPr>
        <p:spPr>
          <a:xfrm>
            <a:off x="7148134" y="3603034"/>
            <a:ext cx="2484816" cy="845744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85725" indent="-8572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92075" algn="l"/>
              </a:tabLs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1200" dirty="0"/>
              <a:t>한국 직업분류의 </a:t>
            </a:r>
            <a:r>
              <a:rPr lang="en-US" altLang="ko-KR" sz="1200" dirty="0"/>
              <a:t>ISCO-28 </a:t>
            </a:r>
            <a:r>
              <a:rPr lang="ko-KR" altLang="en-US" sz="1200" dirty="0"/>
              <a:t>선제 대응</a:t>
            </a:r>
            <a:endParaRPr lang="en-US" altLang="ko-KR" sz="1200" dirty="0"/>
          </a:p>
          <a:p>
            <a:pPr>
              <a:lnSpc>
                <a:spcPct val="100000"/>
              </a:lnSpc>
            </a:pPr>
            <a:r>
              <a:rPr lang="ko-KR" altLang="en-US" sz="1200" dirty="0"/>
              <a:t>직능수준 재정렬 정량 근거</a:t>
            </a:r>
            <a:endParaRPr lang="en-US" altLang="ko-KR" sz="1200" dirty="0"/>
          </a:p>
          <a:p>
            <a:pPr>
              <a:lnSpc>
                <a:spcPct val="100000"/>
              </a:lnSpc>
            </a:pPr>
            <a:r>
              <a:rPr lang="ko-KR" altLang="en-US" sz="1200" dirty="0"/>
              <a:t>국제 비교 가능성 확보</a:t>
            </a:r>
            <a:endParaRPr lang="ko-KR" altLang="ko-KR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DAD99F-D68C-4616-F3CF-E04FAE893EE1}"/>
              </a:ext>
            </a:extLst>
          </p:cNvPr>
          <p:cNvSpPr txBox="1"/>
          <p:nvPr/>
        </p:nvSpPr>
        <p:spPr>
          <a:xfrm>
            <a:off x="7148134" y="4600831"/>
            <a:ext cx="2484816" cy="845743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85725" indent="-8572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92075" algn="l"/>
              </a:tabLs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 dirty="0"/>
              <a:t>KECO 2025 </a:t>
            </a:r>
            <a:r>
              <a:rPr lang="ko-KR" altLang="en-US" sz="1200" dirty="0"/>
              <a:t>신설 </a:t>
            </a:r>
            <a:r>
              <a:rPr lang="en-US" altLang="ko-KR" sz="1200" dirty="0"/>
              <a:t>53</a:t>
            </a:r>
            <a:r>
              <a:rPr lang="ko-KR" altLang="en-US" sz="1200" dirty="0"/>
              <a:t>종 </a:t>
            </a:r>
            <a:r>
              <a:rPr lang="en-US" altLang="ko-KR" sz="1200" dirty="0"/>
              <a:t>(</a:t>
            </a:r>
            <a:r>
              <a:rPr lang="ko-KR" altLang="en-US" sz="1200" dirty="0"/>
              <a:t>데이터</a:t>
            </a:r>
            <a:r>
              <a:rPr lang="en-US" altLang="ko-KR" sz="1200" dirty="0"/>
              <a:t>·AI·</a:t>
            </a:r>
            <a:r>
              <a:rPr lang="ko-KR" altLang="en-US" sz="1200" dirty="0"/>
              <a:t>플랫폼</a:t>
            </a:r>
            <a:r>
              <a:rPr lang="en-US" altLang="ko-KR" sz="1200" dirty="0"/>
              <a:t>) </a:t>
            </a:r>
            <a:r>
              <a:rPr lang="ko-KR" altLang="en-US" sz="1200" dirty="0"/>
              <a:t>표준 적용</a:t>
            </a:r>
            <a:endParaRPr lang="en-US" altLang="ko-KR" sz="1200" dirty="0"/>
          </a:p>
          <a:p>
            <a:pPr>
              <a:lnSpc>
                <a:spcPct val="100000"/>
              </a:lnSpc>
            </a:pPr>
            <a:r>
              <a:rPr lang="ko-KR" altLang="en-US" sz="1200" dirty="0"/>
              <a:t>노동시장 변화 신호 정기 공급</a:t>
            </a:r>
            <a:endParaRPr lang="en-US" altLang="ko-KR" sz="1200" dirty="0"/>
          </a:p>
          <a:p>
            <a:pPr>
              <a:lnSpc>
                <a:spcPct val="100000"/>
              </a:lnSpc>
            </a:pPr>
            <a:r>
              <a:rPr lang="ko-KR" altLang="en-US" sz="1200" dirty="0"/>
              <a:t>직업 분화</a:t>
            </a:r>
            <a:r>
              <a:rPr lang="en-US" altLang="ko-KR" sz="1200" dirty="0"/>
              <a:t>·</a:t>
            </a:r>
            <a:r>
              <a:rPr lang="ko-KR" altLang="en-US" sz="1200" dirty="0"/>
              <a:t>확장 대상 도출</a:t>
            </a:r>
            <a:endParaRPr lang="en-US" altLang="ko-KR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499BF8-5425-EE12-88A7-BBC50001452D}"/>
              </a:ext>
            </a:extLst>
          </p:cNvPr>
          <p:cNvSpPr txBox="1"/>
          <p:nvPr/>
        </p:nvSpPr>
        <p:spPr>
          <a:xfrm>
            <a:off x="7148134" y="5606612"/>
            <a:ext cx="2484816" cy="845744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marL="85725" indent="-85725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92075" algn="l"/>
              </a:tabLs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200" dirty="0"/>
              <a:t>KSCO 9</a:t>
            </a:r>
            <a:r>
              <a:rPr lang="ko-KR" altLang="en-US" sz="1200" dirty="0"/>
              <a:t>차 개정 정량 데이터 근거</a:t>
            </a:r>
            <a:endParaRPr lang="en-US" altLang="ko-KR" sz="1200" dirty="0"/>
          </a:p>
          <a:p>
            <a:r>
              <a:rPr lang="ko-KR" altLang="en-US" sz="1200" dirty="0"/>
              <a:t>분류체계 개편 정량 평가</a:t>
            </a:r>
            <a:endParaRPr lang="en-US" altLang="ko-KR" sz="1200" dirty="0"/>
          </a:p>
          <a:p>
            <a:r>
              <a:rPr lang="ko-KR" altLang="en-US" sz="1200" dirty="0"/>
              <a:t>직업분류 개정 자동화 기반</a:t>
            </a:r>
            <a:endParaRPr lang="ko-KR" altLang="ko-KR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F7BD11-4993-D164-BF23-DC0639678A61}"/>
              </a:ext>
            </a:extLst>
          </p:cNvPr>
          <p:cNvSpPr txBox="1"/>
          <p:nvPr/>
        </p:nvSpPr>
        <p:spPr>
          <a:xfrm>
            <a:off x="7148133" y="2241550"/>
            <a:ext cx="2484816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정책적 가치</a:t>
            </a:r>
            <a:endParaRPr lang="en-US" altLang="ko-KR" sz="12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2820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4291</TotalTime>
  <Words>4237</Words>
  <Application>Microsoft Office PowerPoint</Application>
  <PresentationFormat>A4 용지(210x297mm)</PresentationFormat>
  <Paragraphs>763</Paragraphs>
  <Slides>19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33" baseType="lpstr">
      <vt:lpstr>a고딕14</vt:lpstr>
      <vt:lpstr>맑은 고딕</vt:lpstr>
      <vt:lpstr>페이퍼로지 3 Light</vt:lpstr>
      <vt:lpstr>페이퍼로지 4 Regular</vt:lpstr>
      <vt:lpstr>페이퍼로지 5 Medium</vt:lpstr>
      <vt:lpstr>페이퍼로지 6 SemiBold</vt:lpstr>
      <vt:lpstr>페이퍼로지 7 Bold</vt:lpstr>
      <vt:lpstr>페이퍼로지 8 ExtraBold</vt:lpstr>
      <vt:lpstr>Aptos</vt:lpstr>
      <vt:lpstr>Aptos Display</vt:lpstr>
      <vt:lpstr>Arial</vt:lpstr>
      <vt:lpstr>Arial Narrow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윤형 이</dc:creator>
  <cp:lastModifiedBy>석주 이</cp:lastModifiedBy>
  <cp:revision>87</cp:revision>
  <cp:lastPrinted>2025-03-27T12:19:48Z</cp:lastPrinted>
  <dcterms:created xsi:type="dcterms:W3CDTF">2025-03-25T05:59:26Z</dcterms:created>
  <dcterms:modified xsi:type="dcterms:W3CDTF">2026-05-05T11:20:20Z</dcterms:modified>
</cp:coreProperties>
</file>