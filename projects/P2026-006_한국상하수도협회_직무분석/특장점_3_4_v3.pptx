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914400" cy="292608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특장점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제안사의 특장점(2/2)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137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제안 개요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F08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제안의 특징과 장점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486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'12년도부터 </a:t>
            </a:r>
            <a:pPr indent="0" marL="0">
              <a:buNone/>
            </a:pPr>
            <a:r>
              <a:rPr lang="en-US" sz="1300" b="1" dirty="0">
                <a:solidFill>
                  <a:srgbClr val="F08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 개발 및 컨설팅 등을 수행하여 정부지원사업에 대한 높은 이해도와 노하우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축적하고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있으며,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8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교육훈련시설을 운영 중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있어 자문회의, 교육 등을 쾌적한 환경에서 수행 가능함.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595360" cy="0"/>
          </a:xfrm>
          <a:prstGeom prst="line">
            <a:avLst/>
          </a:prstGeom>
          <a:noFill/>
          <a:ln w="25400">
            <a:solidFill>
              <a:srgbClr val="F0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NCS·SQF 개발·활용 전주기 역량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25196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45920"/>
            <a:ext cx="54864" cy="105156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19072"/>
            <a:ext cx="39319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2012년부터 현재까지 NCS 개발·개선, SQF 설계, 자격 연계,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정책연구 등 NCS 전 주기 사업을 수행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하여 NCS 체계에 대한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깊은 이해와 실무 적용 역량을 축적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한국상하수도협회에서 주도적으로 개발한 상하수도 분야 NCS를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활용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협약기업 HR 체계 구축, 과정평가형 자격 연계 등을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통해 협약기업의 직무역량 향상에 기여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" y="2980944"/>
            <a:ext cx="0" cy="1865376"/>
          </a:xfrm>
          <a:prstGeom prst="line">
            <a:avLst/>
          </a:prstGeom>
          <a:noFill/>
          <a:ln w="25400">
            <a:solidFill>
              <a:srgbClr val="F08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926080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'12~현재  NCS 개발·개선 연구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36976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'18~현재  NCS 기업활용 컨설팅 수행기관 지정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3438144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47872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'20~현재  기업수요 맞춤형 직무분석 및 훈련과정 개발 용역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858768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'20~현재  산업별 역량체계(SQF) 설계 연구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4059936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69664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78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'21~현재  육·해·공군 NCS 기반 직무표준화 교육 및 컨설팅 사업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480560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'23~'25   지방공기업평가원 NCS 기반 직무분석 컨설팅 용역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4681728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791456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00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        NCS 개발·개선 수요조사 중복성 검토 및 평가 기초 데이터 조사 용역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4992624"/>
            <a:ext cx="374904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280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AX 진단 기반 미래 신기술 훈련과정 개발 역량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1645920"/>
            <a:ext cx="416052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645920"/>
            <a:ext cx="54864" cy="1051560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1719072"/>
            <a:ext cx="38404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신설된 AI 특화 공동훈련센터를 위한 「AX 진단 도구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개발 연구」를 수행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AX 진단 도구 및 기업 파일럿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컨설팅을 통해 디지털·AI 훈련과정을 개발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기업별 AX 수준 진단(7대 영역, 5단계) 결과를 기반으로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워크플로우 재설계를 통한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PBL 훈련과정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물산업 특화 디지털·AI 훈련과정 설계·개발 가능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834640"/>
            <a:ext cx="1828800" cy="292608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진단 7대 영역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834640"/>
            <a:ext cx="2240280" cy="292608"/>
          </a:xfrm>
          <a:prstGeom prst="rect">
            <a:avLst/>
          </a:prstGeom>
          <a:solidFill>
            <a:srgbClr val="F0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834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디지털·AI 훈련과정 개발 예시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172968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3255264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172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전략(Strategy)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46557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64608" y="3547872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34655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조직(Organization)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758184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3840480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37581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인재(People)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050792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64608" y="4133088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050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문화(Culture)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434340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64608" y="4425696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57" name="Text 55"/>
          <p:cNvSpPr/>
          <p:nvPr/>
        </p:nvSpPr>
        <p:spPr>
          <a:xfrm>
            <a:off x="5029200" y="4343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데이터(Data)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636008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64608" y="4718304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0" y="46360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인프라(Infrastructure)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4928616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64608" y="5010912"/>
            <a:ext cx="109728" cy="109728"/>
          </a:xfrm>
          <a:prstGeom prst="ellipse">
            <a:avLst/>
          </a:prstGeom>
          <a:solidFill>
            <a:srgbClr val="F08C00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0" y="4928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거버넌스(Governance)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675120" y="321868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48272" y="3273552"/>
            <a:ext cx="237744" cy="2377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6" name="Text 64"/>
          <p:cNvSpPr/>
          <p:nvPr/>
        </p:nvSpPr>
        <p:spPr>
          <a:xfrm>
            <a:off x="6748272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059168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상하수도 운영관리 디지털 전환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583680" y="3310128"/>
            <a:ext cx="91440" cy="82296"/>
          </a:xfrm>
          <a:prstGeom prst="line">
            <a:avLst/>
          </a:prstGeom>
          <a:noFill/>
          <a:ln w="8890">
            <a:solidFill>
              <a:srgbClr val="1565C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6583680" y="3602736"/>
            <a:ext cx="91440" cy="-210312"/>
          </a:xfrm>
          <a:prstGeom prst="line">
            <a:avLst/>
          </a:prstGeom>
          <a:noFill/>
          <a:ln w="8890">
            <a:solidFill>
              <a:srgbClr val="1565C0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6675120" y="363016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48272" y="3685032"/>
            <a:ext cx="237744" cy="23774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72" name="Text 70"/>
          <p:cNvSpPr/>
          <p:nvPr/>
        </p:nvSpPr>
        <p:spPr>
          <a:xfrm>
            <a:off x="6748272" y="3685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59168" y="36301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수질 예측·이상탐지 데이터 분석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583680" y="4480560"/>
            <a:ext cx="91440" cy="-676656"/>
          </a:xfrm>
          <a:prstGeom prst="line">
            <a:avLst/>
          </a:prstGeom>
          <a:noFill/>
          <a:ln w="8890">
            <a:solidFill>
              <a:srgbClr val="00838F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583680" y="4773168"/>
            <a:ext cx="91440" cy="-969264"/>
          </a:xfrm>
          <a:prstGeom prst="line">
            <a:avLst/>
          </a:prstGeom>
          <a:noFill/>
          <a:ln w="8890">
            <a:solidFill>
              <a:srgbClr val="00838F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6675120" y="404164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48272" y="4096512"/>
            <a:ext cx="237744" cy="23774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8" name="Text 76"/>
          <p:cNvSpPr/>
          <p:nvPr/>
        </p:nvSpPr>
        <p:spPr>
          <a:xfrm>
            <a:off x="6748272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059168" y="40416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노코드 수처리 빅데이터 분석 실무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583680" y="3895344"/>
            <a:ext cx="91440" cy="320040"/>
          </a:xfrm>
          <a:prstGeom prst="line">
            <a:avLst/>
          </a:prstGeom>
          <a:noFill/>
          <a:ln w="8890">
            <a:solidFill>
              <a:srgbClr val="2E7D32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583680" y="4480560"/>
            <a:ext cx="91440" cy="-265176"/>
          </a:xfrm>
          <a:prstGeom prst="line">
            <a:avLst/>
          </a:prstGeom>
          <a:noFill/>
          <a:ln w="8890">
            <a:solidFill>
              <a:srgbClr val="2E7D32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6675120" y="445312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48272" y="4507992"/>
            <a:ext cx="237744" cy="2377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84" name="Text 82"/>
          <p:cNvSpPr/>
          <p:nvPr/>
        </p:nvSpPr>
        <p:spPr>
          <a:xfrm>
            <a:off x="6748272" y="4507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059168" y="44531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상하수도 시설물 예방 정비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583680" y="4773168"/>
            <a:ext cx="91440" cy="-146304"/>
          </a:xfrm>
          <a:prstGeom prst="line">
            <a:avLst/>
          </a:prstGeom>
          <a:noFill/>
          <a:ln w="8890">
            <a:solidFill>
              <a:srgbClr val="F9A825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6583680" y="5065776"/>
            <a:ext cx="91440" cy="-438912"/>
          </a:xfrm>
          <a:prstGeom prst="line">
            <a:avLst/>
          </a:prstGeom>
          <a:noFill/>
          <a:ln w="8890">
            <a:solidFill>
              <a:srgbClr val="F9A825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6675120" y="4864608"/>
            <a:ext cx="2240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48272" y="4919472"/>
            <a:ext cx="237744" cy="23774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0" name="Text 88"/>
          <p:cNvSpPr/>
          <p:nvPr/>
        </p:nvSpPr>
        <p:spPr>
          <a:xfrm>
            <a:off x="6748272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059168" y="48646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탄소 중립 대응 하수처리 에너지 최적화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583680" y="4187952"/>
            <a:ext cx="91440" cy="850392"/>
          </a:xfrm>
          <a:prstGeom prst="line">
            <a:avLst/>
          </a:prstGeom>
          <a:noFill/>
          <a:ln w="8890">
            <a:solidFill>
              <a:srgbClr val="E65100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6583680" y="5065776"/>
            <a:ext cx="91440" cy="-27432"/>
          </a:xfrm>
          <a:prstGeom prst="line">
            <a:avLst/>
          </a:prstGeom>
          <a:noFill/>
          <a:ln w="8890">
            <a:solidFill>
              <a:srgbClr val="E65100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4754880" y="489204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한국산업인력공단 AI 공동훈련센터 AX 진단 컨설팅 도구 v3.0 기반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제안사의 특장점(2/2)</dc:title>
  <dc:subject>PptxGenJS Presentation</dc:subject>
  <dc:creator>C&amp;P Consulting</dc:creator>
  <cp:lastModifiedBy>C&amp;P Consulting</cp:lastModifiedBy>
  <cp:revision>1</cp:revision>
  <dcterms:created xsi:type="dcterms:W3CDTF">2026-03-20T11:13:37Z</dcterms:created>
  <dcterms:modified xsi:type="dcterms:W3CDTF">2026-03-20T11:13:37Z</dcterms:modified>
</cp:coreProperties>
</file>